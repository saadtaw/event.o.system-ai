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ad Alnasser" userId="5710af4d5979f2f0" providerId="LiveId" clId="{98710D82-5B00-4EAE-A1B6-82C31C319EA7}"/>
    <pc:docChg chg="undo custSel addSld modSld">
      <pc:chgData name="Saad Alnasser" userId="5710af4d5979f2f0" providerId="LiveId" clId="{98710D82-5B00-4EAE-A1B6-82C31C319EA7}" dt="2026-10-22T07:00:34.554" v="224" actId="121"/>
      <pc:docMkLst>
        <pc:docMk/>
      </pc:docMkLst>
      <pc:sldChg chg="addSp modSp mod">
        <pc:chgData name="Saad Alnasser" userId="5710af4d5979f2f0" providerId="LiveId" clId="{98710D82-5B00-4EAE-A1B6-82C31C319EA7}" dt="2026-10-22T07:00:34.554" v="224" actId="121"/>
        <pc:sldMkLst>
          <pc:docMk/>
          <pc:sldMk cId="0" sldId="256"/>
        </pc:sldMkLst>
        <pc:spChg chg="mod">
          <ac:chgData name="Saad Alnasser" userId="5710af4d5979f2f0" providerId="LiveId" clId="{98710D82-5B00-4EAE-A1B6-82C31C319EA7}" dt="2026-10-22T07:00:34.554" v="224" actId="121"/>
          <ac:spMkLst>
            <pc:docMk/>
            <pc:sldMk cId="0" sldId="256"/>
            <ac:spMk id="2" creationId="{00000000-0000-0000-0000-000000000000}"/>
          </ac:spMkLst>
        </pc:spChg>
        <pc:spChg chg="mod">
          <ac:chgData name="Saad Alnasser" userId="5710af4d5979f2f0" providerId="LiveId" clId="{98710D82-5B00-4EAE-A1B6-82C31C319EA7}" dt="2026-10-22T06:59:38.976" v="136" actId="121"/>
          <ac:spMkLst>
            <pc:docMk/>
            <pc:sldMk cId="0" sldId="256"/>
            <ac:spMk id="4" creationId="{00000000-0000-0000-0000-000000000000}"/>
          </ac:spMkLst>
        </pc:spChg>
        <pc:spChg chg="mod">
          <ac:chgData name="Saad Alnasser" userId="5710af4d5979f2f0" providerId="LiveId" clId="{98710D82-5B00-4EAE-A1B6-82C31C319EA7}" dt="2026-10-22T06:59:28.220" v="134" actId="121"/>
          <ac:spMkLst>
            <pc:docMk/>
            <pc:sldMk cId="0" sldId="256"/>
            <ac:spMk id="6" creationId="{00000000-0000-0000-0000-000000000000}"/>
          </ac:spMkLst>
        </pc:spChg>
        <pc:spChg chg="add mod">
          <ac:chgData name="Saad Alnasser" userId="5710af4d5979f2f0" providerId="LiveId" clId="{98710D82-5B00-4EAE-A1B6-82C31C319EA7}" dt="2026-10-22T07:00:22.975" v="221" actId="20577"/>
          <ac:spMkLst>
            <pc:docMk/>
            <pc:sldMk cId="0" sldId="256"/>
            <ac:spMk id="10" creationId="{9763E67E-6130-85AF-D699-22DB443525C7}"/>
          </ac:spMkLst>
        </pc:spChg>
      </pc:sldChg>
      <pc:sldChg chg="modSp mod">
        <pc:chgData name="Saad Alnasser" userId="5710af4d5979f2f0" providerId="LiveId" clId="{98710D82-5B00-4EAE-A1B6-82C31C319EA7}" dt="2026-10-22T06:57:13.430" v="43" actId="121"/>
        <pc:sldMkLst>
          <pc:docMk/>
          <pc:sldMk cId="0" sldId="257"/>
        </pc:sldMkLst>
        <pc:spChg chg="mod">
          <ac:chgData name="Saad Alnasser" userId="5710af4d5979f2f0" providerId="LiveId" clId="{98710D82-5B00-4EAE-A1B6-82C31C319EA7}" dt="2026-10-22T06:57:13.430" v="43" actId="121"/>
          <ac:spMkLst>
            <pc:docMk/>
            <pc:sldMk cId="0" sldId="257"/>
            <ac:spMk id="2" creationId="{00000000-0000-0000-0000-000000000000}"/>
          </ac:spMkLst>
        </pc:spChg>
        <pc:spChg chg="mod">
          <ac:chgData name="Saad Alnasser" userId="5710af4d5979f2f0" providerId="LiveId" clId="{98710D82-5B00-4EAE-A1B6-82C31C319EA7}" dt="2026-10-22T06:56:41.496" v="37" actId="121"/>
          <ac:spMkLst>
            <pc:docMk/>
            <pc:sldMk cId="0" sldId="257"/>
            <ac:spMk id="3" creationId="{00000000-0000-0000-0000-000000000000}"/>
          </ac:spMkLst>
        </pc:spChg>
        <pc:spChg chg="mod">
          <ac:chgData name="Saad Alnasser" userId="5710af4d5979f2f0" providerId="LiveId" clId="{98710D82-5B00-4EAE-A1B6-82C31C319EA7}" dt="2026-10-22T06:57:13.430" v="43" actId="121"/>
          <ac:spMkLst>
            <pc:docMk/>
            <pc:sldMk cId="0" sldId="257"/>
            <ac:spMk id="5" creationId="{00000000-0000-0000-0000-000000000000}"/>
          </ac:spMkLst>
        </pc:spChg>
        <pc:spChg chg="mod">
          <ac:chgData name="Saad Alnasser" userId="5710af4d5979f2f0" providerId="LiveId" clId="{98710D82-5B00-4EAE-A1B6-82C31C319EA7}" dt="2026-10-22T06:57:13.430" v="43" actId="121"/>
          <ac:spMkLst>
            <pc:docMk/>
            <pc:sldMk cId="0" sldId="257"/>
            <ac:spMk id="11" creationId="{00000000-0000-0000-0000-000000000000}"/>
          </ac:spMkLst>
        </pc:spChg>
        <pc:spChg chg="mod">
          <ac:chgData name="Saad Alnasser" userId="5710af4d5979f2f0" providerId="LiveId" clId="{98710D82-5B00-4EAE-A1B6-82C31C319EA7}" dt="2026-10-22T06:57:13.430" v="43" actId="121"/>
          <ac:spMkLst>
            <pc:docMk/>
            <pc:sldMk cId="0" sldId="257"/>
            <ac:spMk id="13" creationId="{00000000-0000-0000-0000-000000000000}"/>
          </ac:spMkLst>
        </pc:spChg>
        <pc:spChg chg="mod">
          <ac:chgData name="Saad Alnasser" userId="5710af4d5979f2f0" providerId="LiveId" clId="{98710D82-5B00-4EAE-A1B6-82C31C319EA7}" dt="2026-10-22T06:57:13.430" v="43" actId="121"/>
          <ac:spMkLst>
            <pc:docMk/>
            <pc:sldMk cId="0" sldId="257"/>
            <ac:spMk id="14" creationId="{00000000-0000-0000-0000-000000000000}"/>
          </ac:spMkLst>
        </pc:spChg>
        <pc:spChg chg="mod">
          <ac:chgData name="Saad Alnasser" userId="5710af4d5979f2f0" providerId="LiveId" clId="{98710D82-5B00-4EAE-A1B6-82C31C319EA7}" dt="2026-10-22T06:57:13.430" v="43" actId="121"/>
          <ac:spMkLst>
            <pc:docMk/>
            <pc:sldMk cId="0" sldId="257"/>
            <ac:spMk id="16" creationId="{00000000-0000-0000-0000-000000000000}"/>
          </ac:spMkLst>
        </pc:spChg>
        <pc:spChg chg="mod">
          <ac:chgData name="Saad Alnasser" userId="5710af4d5979f2f0" providerId="LiveId" clId="{98710D82-5B00-4EAE-A1B6-82C31C319EA7}" dt="2026-10-22T06:57:13.430" v="43" actId="121"/>
          <ac:spMkLst>
            <pc:docMk/>
            <pc:sldMk cId="0" sldId="257"/>
            <ac:spMk id="18" creationId="{00000000-0000-0000-0000-000000000000}"/>
          </ac:spMkLst>
        </pc:spChg>
        <pc:spChg chg="mod">
          <ac:chgData name="Saad Alnasser" userId="5710af4d5979f2f0" providerId="LiveId" clId="{98710D82-5B00-4EAE-A1B6-82C31C319EA7}" dt="2026-10-22T06:57:13.430" v="43" actId="121"/>
          <ac:spMkLst>
            <pc:docMk/>
            <pc:sldMk cId="0" sldId="257"/>
            <ac:spMk id="23" creationId="{00000000-0000-0000-0000-000000000000}"/>
          </ac:spMkLst>
        </pc:spChg>
        <pc:spChg chg="mod">
          <ac:chgData name="Saad Alnasser" userId="5710af4d5979f2f0" providerId="LiveId" clId="{98710D82-5B00-4EAE-A1B6-82C31C319EA7}" dt="2026-10-22T06:57:08.218" v="41" actId="121"/>
          <ac:spMkLst>
            <pc:docMk/>
            <pc:sldMk cId="0" sldId="257"/>
            <ac:spMk id="24" creationId="{00000000-0000-0000-0000-000000000000}"/>
          </ac:spMkLst>
        </pc:spChg>
        <pc:spChg chg="mod">
          <ac:chgData name="Saad Alnasser" userId="5710af4d5979f2f0" providerId="LiveId" clId="{98710D82-5B00-4EAE-A1B6-82C31C319EA7}" dt="2026-10-22T06:57:13.430" v="43" actId="121"/>
          <ac:spMkLst>
            <pc:docMk/>
            <pc:sldMk cId="0" sldId="257"/>
            <ac:spMk id="26" creationId="{00000000-0000-0000-0000-000000000000}"/>
          </ac:spMkLst>
        </pc:spChg>
        <pc:spChg chg="mod">
          <ac:chgData name="Saad Alnasser" userId="5710af4d5979f2f0" providerId="LiveId" clId="{98710D82-5B00-4EAE-A1B6-82C31C319EA7}" dt="2026-10-22T06:57:13.430" v="43" actId="121"/>
          <ac:spMkLst>
            <pc:docMk/>
            <pc:sldMk cId="0" sldId="257"/>
            <ac:spMk id="27" creationId="{00000000-0000-0000-0000-000000000000}"/>
          </ac:spMkLst>
        </pc:spChg>
      </pc:sldChg>
      <pc:sldChg chg="modSp mod">
        <pc:chgData name="Saad Alnasser" userId="5710af4d5979f2f0" providerId="LiveId" clId="{98710D82-5B00-4EAE-A1B6-82C31C319EA7}" dt="2026-10-22T06:57:23.415" v="45" actId="121"/>
        <pc:sldMkLst>
          <pc:docMk/>
          <pc:sldMk cId="0" sldId="258"/>
        </pc:sldMkLst>
        <pc:spChg chg="mod">
          <ac:chgData name="Saad Alnasser" userId="5710af4d5979f2f0" providerId="LiveId" clId="{98710D82-5B00-4EAE-A1B6-82C31C319EA7}" dt="2026-10-22T06:57:23.415" v="45" actId="121"/>
          <ac:spMkLst>
            <pc:docMk/>
            <pc:sldMk cId="0" sldId="258"/>
            <ac:spMk id="2" creationId="{00000000-0000-0000-0000-000000000000}"/>
          </ac:spMkLst>
        </pc:spChg>
        <pc:spChg chg="mod">
          <ac:chgData name="Saad Alnasser" userId="5710af4d5979f2f0" providerId="LiveId" clId="{98710D82-5B00-4EAE-A1B6-82C31C319EA7}" dt="2026-10-22T06:57:23.415" v="45" actId="121"/>
          <ac:spMkLst>
            <pc:docMk/>
            <pc:sldMk cId="0" sldId="258"/>
            <ac:spMk id="3" creationId="{00000000-0000-0000-0000-000000000000}"/>
          </ac:spMkLst>
        </pc:spChg>
        <pc:spChg chg="mod">
          <ac:chgData name="Saad Alnasser" userId="5710af4d5979f2f0" providerId="LiveId" clId="{98710D82-5B00-4EAE-A1B6-82C31C319EA7}" dt="2026-10-22T06:57:23.415" v="45" actId="121"/>
          <ac:spMkLst>
            <pc:docMk/>
            <pc:sldMk cId="0" sldId="258"/>
            <ac:spMk id="4" creationId="{00000000-0000-0000-0000-000000000000}"/>
          </ac:spMkLst>
        </pc:spChg>
        <pc:spChg chg="mod">
          <ac:chgData name="Saad Alnasser" userId="5710af4d5979f2f0" providerId="LiveId" clId="{98710D82-5B00-4EAE-A1B6-82C31C319EA7}" dt="2026-10-22T06:57:23.415" v="45" actId="121"/>
          <ac:spMkLst>
            <pc:docMk/>
            <pc:sldMk cId="0" sldId="258"/>
            <ac:spMk id="5" creationId="{00000000-0000-0000-0000-000000000000}"/>
          </ac:spMkLst>
        </pc:spChg>
        <pc:spChg chg="mod">
          <ac:chgData name="Saad Alnasser" userId="5710af4d5979f2f0" providerId="LiveId" clId="{98710D82-5B00-4EAE-A1B6-82C31C319EA7}" dt="2026-10-22T06:57:23.415" v="45" actId="121"/>
          <ac:spMkLst>
            <pc:docMk/>
            <pc:sldMk cId="0" sldId="258"/>
            <ac:spMk id="9" creationId="{00000000-0000-0000-0000-000000000000}"/>
          </ac:spMkLst>
        </pc:spChg>
        <pc:spChg chg="mod">
          <ac:chgData name="Saad Alnasser" userId="5710af4d5979f2f0" providerId="LiveId" clId="{98710D82-5B00-4EAE-A1B6-82C31C319EA7}" dt="2026-10-22T06:57:23.415" v="45" actId="121"/>
          <ac:spMkLst>
            <pc:docMk/>
            <pc:sldMk cId="0" sldId="258"/>
            <ac:spMk id="10" creationId="{00000000-0000-0000-0000-000000000000}"/>
          </ac:spMkLst>
        </pc:spChg>
        <pc:spChg chg="mod">
          <ac:chgData name="Saad Alnasser" userId="5710af4d5979f2f0" providerId="LiveId" clId="{98710D82-5B00-4EAE-A1B6-82C31C319EA7}" dt="2026-10-22T06:57:23.415" v="45" actId="121"/>
          <ac:spMkLst>
            <pc:docMk/>
            <pc:sldMk cId="0" sldId="258"/>
            <ac:spMk id="11" creationId="{00000000-0000-0000-0000-000000000000}"/>
          </ac:spMkLst>
        </pc:spChg>
        <pc:spChg chg="mod">
          <ac:chgData name="Saad Alnasser" userId="5710af4d5979f2f0" providerId="LiveId" clId="{98710D82-5B00-4EAE-A1B6-82C31C319EA7}" dt="2026-10-22T06:57:23.415" v="45" actId="121"/>
          <ac:spMkLst>
            <pc:docMk/>
            <pc:sldMk cId="0" sldId="258"/>
            <ac:spMk id="13" creationId="{00000000-0000-0000-0000-000000000000}"/>
          </ac:spMkLst>
        </pc:spChg>
        <pc:spChg chg="mod">
          <ac:chgData name="Saad Alnasser" userId="5710af4d5979f2f0" providerId="LiveId" clId="{98710D82-5B00-4EAE-A1B6-82C31C319EA7}" dt="2026-10-22T06:57:23.415" v="45" actId="121"/>
          <ac:spMkLst>
            <pc:docMk/>
            <pc:sldMk cId="0" sldId="258"/>
            <ac:spMk id="16" creationId="{00000000-0000-0000-0000-000000000000}"/>
          </ac:spMkLst>
        </pc:spChg>
        <pc:spChg chg="mod">
          <ac:chgData name="Saad Alnasser" userId="5710af4d5979f2f0" providerId="LiveId" clId="{98710D82-5B00-4EAE-A1B6-82C31C319EA7}" dt="2026-10-22T06:57:23.415" v="45" actId="121"/>
          <ac:spMkLst>
            <pc:docMk/>
            <pc:sldMk cId="0" sldId="258"/>
            <ac:spMk id="17" creationId="{00000000-0000-0000-0000-000000000000}"/>
          </ac:spMkLst>
        </pc:spChg>
      </pc:sldChg>
      <pc:sldChg chg="modSp mod">
        <pc:chgData name="Saad Alnasser" userId="5710af4d5979f2f0" providerId="LiveId" clId="{98710D82-5B00-4EAE-A1B6-82C31C319EA7}" dt="2026-10-22T06:57:33.512" v="48" actId="121"/>
        <pc:sldMkLst>
          <pc:docMk/>
          <pc:sldMk cId="0" sldId="259"/>
        </pc:sldMkLst>
        <pc:spChg chg="mod">
          <ac:chgData name="Saad Alnasser" userId="5710af4d5979f2f0" providerId="LiveId" clId="{98710D82-5B00-4EAE-A1B6-82C31C319EA7}" dt="2026-10-22T06:57:33.512" v="48" actId="121"/>
          <ac:spMkLst>
            <pc:docMk/>
            <pc:sldMk cId="0" sldId="259"/>
            <ac:spMk id="3" creationId="{00000000-0000-0000-0000-000000000000}"/>
          </ac:spMkLst>
        </pc:spChg>
        <pc:spChg chg="mod">
          <ac:chgData name="Saad Alnasser" userId="5710af4d5979f2f0" providerId="LiveId" clId="{98710D82-5B00-4EAE-A1B6-82C31C319EA7}" dt="2026-10-22T06:57:33.512" v="48" actId="121"/>
          <ac:spMkLst>
            <pc:docMk/>
            <pc:sldMk cId="0" sldId="259"/>
            <ac:spMk id="4" creationId="{00000000-0000-0000-0000-000000000000}"/>
          </ac:spMkLst>
        </pc:spChg>
        <pc:spChg chg="mod">
          <ac:chgData name="Saad Alnasser" userId="5710af4d5979f2f0" providerId="LiveId" clId="{98710D82-5B00-4EAE-A1B6-82C31C319EA7}" dt="2026-10-22T06:57:33.512" v="48" actId="121"/>
          <ac:spMkLst>
            <pc:docMk/>
            <pc:sldMk cId="0" sldId="259"/>
            <ac:spMk id="12" creationId="{00000000-0000-0000-0000-000000000000}"/>
          </ac:spMkLst>
        </pc:spChg>
        <pc:spChg chg="mod">
          <ac:chgData name="Saad Alnasser" userId="5710af4d5979f2f0" providerId="LiveId" clId="{98710D82-5B00-4EAE-A1B6-82C31C319EA7}" dt="2026-10-22T06:57:33.512" v="48" actId="121"/>
          <ac:spMkLst>
            <pc:docMk/>
            <pc:sldMk cId="0" sldId="259"/>
            <ac:spMk id="14" creationId="{00000000-0000-0000-0000-000000000000}"/>
          </ac:spMkLst>
        </pc:spChg>
        <pc:spChg chg="mod">
          <ac:chgData name="Saad Alnasser" userId="5710af4d5979f2f0" providerId="LiveId" clId="{98710D82-5B00-4EAE-A1B6-82C31C319EA7}" dt="2026-10-22T06:57:33.512" v="48" actId="121"/>
          <ac:spMkLst>
            <pc:docMk/>
            <pc:sldMk cId="0" sldId="259"/>
            <ac:spMk id="16" creationId="{00000000-0000-0000-0000-000000000000}"/>
          </ac:spMkLst>
        </pc:spChg>
        <pc:spChg chg="mod">
          <ac:chgData name="Saad Alnasser" userId="5710af4d5979f2f0" providerId="LiveId" clId="{98710D82-5B00-4EAE-A1B6-82C31C319EA7}" dt="2026-10-22T06:57:33.512" v="48" actId="121"/>
          <ac:spMkLst>
            <pc:docMk/>
            <pc:sldMk cId="0" sldId="259"/>
            <ac:spMk id="19" creationId="{00000000-0000-0000-0000-000000000000}"/>
          </ac:spMkLst>
        </pc:spChg>
        <pc:spChg chg="mod">
          <ac:chgData name="Saad Alnasser" userId="5710af4d5979f2f0" providerId="LiveId" clId="{98710D82-5B00-4EAE-A1B6-82C31C319EA7}" dt="2026-10-22T06:57:33.512" v="48" actId="121"/>
          <ac:spMkLst>
            <pc:docMk/>
            <pc:sldMk cId="0" sldId="259"/>
            <ac:spMk id="23" creationId="{00000000-0000-0000-0000-000000000000}"/>
          </ac:spMkLst>
        </pc:spChg>
        <pc:spChg chg="mod">
          <ac:chgData name="Saad Alnasser" userId="5710af4d5979f2f0" providerId="LiveId" clId="{98710D82-5B00-4EAE-A1B6-82C31C319EA7}" dt="2026-10-22T06:57:33.512" v="48" actId="121"/>
          <ac:spMkLst>
            <pc:docMk/>
            <pc:sldMk cId="0" sldId="259"/>
            <ac:spMk id="26" creationId="{00000000-0000-0000-0000-000000000000}"/>
          </ac:spMkLst>
        </pc:spChg>
        <pc:spChg chg="mod">
          <ac:chgData name="Saad Alnasser" userId="5710af4d5979f2f0" providerId="LiveId" clId="{98710D82-5B00-4EAE-A1B6-82C31C319EA7}" dt="2026-10-22T06:57:33.512" v="48" actId="121"/>
          <ac:spMkLst>
            <pc:docMk/>
            <pc:sldMk cId="0" sldId="259"/>
            <ac:spMk id="28" creationId="{00000000-0000-0000-0000-000000000000}"/>
          </ac:spMkLst>
        </pc:spChg>
        <pc:spChg chg="mod">
          <ac:chgData name="Saad Alnasser" userId="5710af4d5979f2f0" providerId="LiveId" clId="{98710D82-5B00-4EAE-A1B6-82C31C319EA7}" dt="2026-10-22T06:57:33.512" v="48" actId="121"/>
          <ac:spMkLst>
            <pc:docMk/>
            <pc:sldMk cId="0" sldId="259"/>
            <ac:spMk id="29" creationId="{00000000-0000-0000-0000-000000000000}"/>
          </ac:spMkLst>
        </pc:spChg>
      </pc:sldChg>
      <pc:sldChg chg="modSp mod">
        <pc:chgData name="Saad Alnasser" userId="5710af4d5979f2f0" providerId="LiveId" clId="{98710D82-5B00-4EAE-A1B6-82C31C319EA7}" dt="2026-10-22T06:57:41.577" v="50" actId="121"/>
        <pc:sldMkLst>
          <pc:docMk/>
          <pc:sldMk cId="0" sldId="260"/>
        </pc:sldMkLst>
        <pc:spChg chg="mod">
          <ac:chgData name="Saad Alnasser" userId="5710af4d5979f2f0" providerId="LiveId" clId="{98710D82-5B00-4EAE-A1B6-82C31C319EA7}" dt="2026-10-22T06:57:41.577" v="50" actId="121"/>
          <ac:spMkLst>
            <pc:docMk/>
            <pc:sldMk cId="0" sldId="260"/>
            <ac:spMk id="2" creationId="{00000000-0000-0000-0000-000000000000}"/>
          </ac:spMkLst>
        </pc:spChg>
        <pc:spChg chg="mod">
          <ac:chgData name="Saad Alnasser" userId="5710af4d5979f2f0" providerId="LiveId" clId="{98710D82-5B00-4EAE-A1B6-82C31C319EA7}" dt="2026-10-22T06:57:41.577" v="50" actId="121"/>
          <ac:spMkLst>
            <pc:docMk/>
            <pc:sldMk cId="0" sldId="260"/>
            <ac:spMk id="4" creationId="{00000000-0000-0000-0000-000000000000}"/>
          </ac:spMkLst>
        </pc:spChg>
        <pc:spChg chg="mod">
          <ac:chgData name="Saad Alnasser" userId="5710af4d5979f2f0" providerId="LiveId" clId="{98710D82-5B00-4EAE-A1B6-82C31C319EA7}" dt="2026-10-22T06:57:41.577" v="50" actId="121"/>
          <ac:spMkLst>
            <pc:docMk/>
            <pc:sldMk cId="0" sldId="260"/>
            <ac:spMk id="6" creationId="{00000000-0000-0000-0000-000000000000}"/>
          </ac:spMkLst>
        </pc:spChg>
        <pc:spChg chg="mod">
          <ac:chgData name="Saad Alnasser" userId="5710af4d5979f2f0" providerId="LiveId" clId="{98710D82-5B00-4EAE-A1B6-82C31C319EA7}" dt="2026-10-22T06:57:41.577" v="50" actId="121"/>
          <ac:spMkLst>
            <pc:docMk/>
            <pc:sldMk cId="0" sldId="260"/>
            <ac:spMk id="7" creationId="{00000000-0000-0000-0000-000000000000}"/>
          </ac:spMkLst>
        </pc:spChg>
        <pc:spChg chg="mod">
          <ac:chgData name="Saad Alnasser" userId="5710af4d5979f2f0" providerId="LiveId" clId="{98710D82-5B00-4EAE-A1B6-82C31C319EA7}" dt="2026-10-22T06:57:41.577" v="50" actId="121"/>
          <ac:spMkLst>
            <pc:docMk/>
            <pc:sldMk cId="0" sldId="260"/>
            <ac:spMk id="9" creationId="{00000000-0000-0000-0000-000000000000}"/>
          </ac:spMkLst>
        </pc:spChg>
        <pc:spChg chg="mod">
          <ac:chgData name="Saad Alnasser" userId="5710af4d5979f2f0" providerId="LiveId" clId="{98710D82-5B00-4EAE-A1B6-82C31C319EA7}" dt="2026-10-22T06:57:41.577" v="50" actId="121"/>
          <ac:spMkLst>
            <pc:docMk/>
            <pc:sldMk cId="0" sldId="260"/>
            <ac:spMk id="10" creationId="{00000000-0000-0000-0000-000000000000}"/>
          </ac:spMkLst>
        </pc:spChg>
        <pc:spChg chg="mod">
          <ac:chgData name="Saad Alnasser" userId="5710af4d5979f2f0" providerId="LiveId" clId="{98710D82-5B00-4EAE-A1B6-82C31C319EA7}" dt="2026-10-22T06:57:41.577" v="50" actId="121"/>
          <ac:spMkLst>
            <pc:docMk/>
            <pc:sldMk cId="0" sldId="260"/>
            <ac:spMk id="11" creationId="{00000000-0000-0000-0000-000000000000}"/>
          </ac:spMkLst>
        </pc:spChg>
        <pc:spChg chg="mod">
          <ac:chgData name="Saad Alnasser" userId="5710af4d5979f2f0" providerId="LiveId" clId="{98710D82-5B00-4EAE-A1B6-82C31C319EA7}" dt="2026-10-22T06:57:41.577" v="50" actId="121"/>
          <ac:spMkLst>
            <pc:docMk/>
            <pc:sldMk cId="0" sldId="260"/>
            <ac:spMk id="12" creationId="{00000000-0000-0000-0000-000000000000}"/>
          </ac:spMkLst>
        </pc:spChg>
        <pc:spChg chg="mod">
          <ac:chgData name="Saad Alnasser" userId="5710af4d5979f2f0" providerId="LiveId" clId="{98710D82-5B00-4EAE-A1B6-82C31C319EA7}" dt="2026-10-22T06:57:41.577" v="50" actId="121"/>
          <ac:spMkLst>
            <pc:docMk/>
            <pc:sldMk cId="0" sldId="260"/>
            <ac:spMk id="13" creationId="{00000000-0000-0000-0000-000000000000}"/>
          </ac:spMkLst>
        </pc:spChg>
        <pc:spChg chg="mod">
          <ac:chgData name="Saad Alnasser" userId="5710af4d5979f2f0" providerId="LiveId" clId="{98710D82-5B00-4EAE-A1B6-82C31C319EA7}" dt="2026-10-22T06:57:41.577" v="50" actId="121"/>
          <ac:spMkLst>
            <pc:docMk/>
            <pc:sldMk cId="0" sldId="260"/>
            <ac:spMk id="14" creationId="{00000000-0000-0000-0000-000000000000}"/>
          </ac:spMkLst>
        </pc:spChg>
      </pc:sldChg>
      <pc:sldChg chg="modSp mod">
        <pc:chgData name="Saad Alnasser" userId="5710af4d5979f2f0" providerId="LiveId" clId="{98710D82-5B00-4EAE-A1B6-82C31C319EA7}" dt="2026-10-22T06:57:48.143" v="52" actId="121"/>
        <pc:sldMkLst>
          <pc:docMk/>
          <pc:sldMk cId="0" sldId="261"/>
        </pc:sldMkLst>
        <pc:spChg chg="mod">
          <ac:chgData name="Saad Alnasser" userId="5710af4d5979f2f0" providerId="LiveId" clId="{98710D82-5B00-4EAE-A1B6-82C31C319EA7}" dt="2026-10-22T06:57:48.143" v="52" actId="121"/>
          <ac:spMkLst>
            <pc:docMk/>
            <pc:sldMk cId="0" sldId="261"/>
            <ac:spMk id="2" creationId="{00000000-0000-0000-0000-000000000000}"/>
          </ac:spMkLst>
        </pc:spChg>
        <pc:spChg chg="mod">
          <ac:chgData name="Saad Alnasser" userId="5710af4d5979f2f0" providerId="LiveId" clId="{98710D82-5B00-4EAE-A1B6-82C31C319EA7}" dt="2026-10-22T06:57:48.143" v="52" actId="121"/>
          <ac:spMkLst>
            <pc:docMk/>
            <pc:sldMk cId="0" sldId="261"/>
            <ac:spMk id="4" creationId="{00000000-0000-0000-0000-000000000000}"/>
          </ac:spMkLst>
        </pc:spChg>
        <pc:spChg chg="mod">
          <ac:chgData name="Saad Alnasser" userId="5710af4d5979f2f0" providerId="LiveId" clId="{98710D82-5B00-4EAE-A1B6-82C31C319EA7}" dt="2026-10-22T06:57:48.143" v="52" actId="121"/>
          <ac:spMkLst>
            <pc:docMk/>
            <pc:sldMk cId="0" sldId="261"/>
            <ac:spMk id="7" creationId="{00000000-0000-0000-0000-000000000000}"/>
          </ac:spMkLst>
        </pc:spChg>
        <pc:spChg chg="mod">
          <ac:chgData name="Saad Alnasser" userId="5710af4d5979f2f0" providerId="LiveId" clId="{98710D82-5B00-4EAE-A1B6-82C31C319EA7}" dt="2026-10-22T06:57:48.143" v="52" actId="121"/>
          <ac:spMkLst>
            <pc:docMk/>
            <pc:sldMk cId="0" sldId="261"/>
            <ac:spMk id="8" creationId="{00000000-0000-0000-0000-000000000000}"/>
          </ac:spMkLst>
        </pc:spChg>
        <pc:spChg chg="mod">
          <ac:chgData name="Saad Alnasser" userId="5710af4d5979f2f0" providerId="LiveId" clId="{98710D82-5B00-4EAE-A1B6-82C31C319EA7}" dt="2026-10-22T06:57:48.143" v="52" actId="121"/>
          <ac:spMkLst>
            <pc:docMk/>
            <pc:sldMk cId="0" sldId="261"/>
            <ac:spMk id="10" creationId="{00000000-0000-0000-0000-000000000000}"/>
          </ac:spMkLst>
        </pc:spChg>
        <pc:spChg chg="mod">
          <ac:chgData name="Saad Alnasser" userId="5710af4d5979f2f0" providerId="LiveId" clId="{98710D82-5B00-4EAE-A1B6-82C31C319EA7}" dt="2026-10-22T06:57:48.143" v="52" actId="121"/>
          <ac:spMkLst>
            <pc:docMk/>
            <pc:sldMk cId="0" sldId="261"/>
            <ac:spMk id="11" creationId="{00000000-0000-0000-0000-000000000000}"/>
          </ac:spMkLst>
        </pc:spChg>
        <pc:spChg chg="mod">
          <ac:chgData name="Saad Alnasser" userId="5710af4d5979f2f0" providerId="LiveId" clId="{98710D82-5B00-4EAE-A1B6-82C31C319EA7}" dt="2026-10-22T06:57:48.143" v="52" actId="121"/>
          <ac:spMkLst>
            <pc:docMk/>
            <pc:sldMk cId="0" sldId="261"/>
            <ac:spMk id="12" creationId="{00000000-0000-0000-0000-000000000000}"/>
          </ac:spMkLst>
        </pc:spChg>
        <pc:spChg chg="mod">
          <ac:chgData name="Saad Alnasser" userId="5710af4d5979f2f0" providerId="LiveId" clId="{98710D82-5B00-4EAE-A1B6-82C31C319EA7}" dt="2026-10-22T06:57:48.143" v="52" actId="121"/>
          <ac:spMkLst>
            <pc:docMk/>
            <pc:sldMk cId="0" sldId="261"/>
            <ac:spMk id="14" creationId="{00000000-0000-0000-0000-000000000000}"/>
          </ac:spMkLst>
        </pc:spChg>
        <pc:spChg chg="mod">
          <ac:chgData name="Saad Alnasser" userId="5710af4d5979f2f0" providerId="LiveId" clId="{98710D82-5B00-4EAE-A1B6-82C31C319EA7}" dt="2026-10-22T06:57:48.143" v="52" actId="121"/>
          <ac:spMkLst>
            <pc:docMk/>
            <pc:sldMk cId="0" sldId="261"/>
            <ac:spMk id="15" creationId="{00000000-0000-0000-0000-000000000000}"/>
          </ac:spMkLst>
        </pc:spChg>
        <pc:spChg chg="mod">
          <ac:chgData name="Saad Alnasser" userId="5710af4d5979f2f0" providerId="LiveId" clId="{98710D82-5B00-4EAE-A1B6-82C31C319EA7}" dt="2026-10-22T06:57:48.143" v="52" actId="121"/>
          <ac:spMkLst>
            <pc:docMk/>
            <pc:sldMk cId="0" sldId="261"/>
            <ac:spMk id="16" creationId="{00000000-0000-0000-0000-000000000000}"/>
          </ac:spMkLst>
        </pc:spChg>
      </pc:sldChg>
      <pc:sldChg chg="modSp mod">
        <pc:chgData name="Saad Alnasser" userId="5710af4d5979f2f0" providerId="LiveId" clId="{98710D82-5B00-4EAE-A1B6-82C31C319EA7}" dt="2026-10-22T06:57:56.174" v="54" actId="121"/>
        <pc:sldMkLst>
          <pc:docMk/>
          <pc:sldMk cId="0" sldId="262"/>
        </pc:sldMkLst>
        <pc:spChg chg="mod">
          <ac:chgData name="Saad Alnasser" userId="5710af4d5979f2f0" providerId="LiveId" clId="{98710D82-5B00-4EAE-A1B6-82C31C319EA7}" dt="2026-10-22T06:57:56.174" v="54" actId="121"/>
          <ac:spMkLst>
            <pc:docMk/>
            <pc:sldMk cId="0" sldId="262"/>
            <ac:spMk id="2" creationId="{00000000-0000-0000-0000-000000000000}"/>
          </ac:spMkLst>
        </pc:spChg>
        <pc:spChg chg="mod">
          <ac:chgData name="Saad Alnasser" userId="5710af4d5979f2f0" providerId="LiveId" clId="{98710D82-5B00-4EAE-A1B6-82C31C319EA7}" dt="2026-10-22T06:56:30.569" v="35" actId="121"/>
          <ac:spMkLst>
            <pc:docMk/>
            <pc:sldMk cId="0" sldId="262"/>
            <ac:spMk id="3" creationId="{00000000-0000-0000-0000-000000000000}"/>
          </ac:spMkLst>
        </pc:spChg>
        <pc:spChg chg="mod">
          <ac:chgData name="Saad Alnasser" userId="5710af4d5979f2f0" providerId="LiveId" clId="{98710D82-5B00-4EAE-A1B6-82C31C319EA7}" dt="2026-10-22T06:57:56.174" v="54" actId="121"/>
          <ac:spMkLst>
            <pc:docMk/>
            <pc:sldMk cId="0" sldId="262"/>
            <ac:spMk id="5" creationId="{00000000-0000-0000-0000-000000000000}"/>
          </ac:spMkLst>
        </pc:spChg>
        <pc:spChg chg="mod">
          <ac:chgData name="Saad Alnasser" userId="5710af4d5979f2f0" providerId="LiveId" clId="{98710D82-5B00-4EAE-A1B6-82C31C319EA7}" dt="2026-10-22T06:57:56.174" v="54" actId="121"/>
          <ac:spMkLst>
            <pc:docMk/>
            <pc:sldMk cId="0" sldId="262"/>
            <ac:spMk id="6" creationId="{00000000-0000-0000-0000-000000000000}"/>
          </ac:spMkLst>
        </pc:spChg>
        <pc:spChg chg="mod">
          <ac:chgData name="Saad Alnasser" userId="5710af4d5979f2f0" providerId="LiveId" clId="{98710D82-5B00-4EAE-A1B6-82C31C319EA7}" dt="2026-10-22T06:57:56.174" v="54" actId="121"/>
          <ac:spMkLst>
            <pc:docMk/>
            <pc:sldMk cId="0" sldId="262"/>
            <ac:spMk id="7" creationId="{00000000-0000-0000-0000-000000000000}"/>
          </ac:spMkLst>
        </pc:spChg>
        <pc:spChg chg="mod">
          <ac:chgData name="Saad Alnasser" userId="5710af4d5979f2f0" providerId="LiveId" clId="{98710D82-5B00-4EAE-A1B6-82C31C319EA7}" dt="2026-10-22T06:57:56.174" v="54" actId="121"/>
          <ac:spMkLst>
            <pc:docMk/>
            <pc:sldMk cId="0" sldId="262"/>
            <ac:spMk id="9" creationId="{00000000-0000-0000-0000-000000000000}"/>
          </ac:spMkLst>
        </pc:spChg>
        <pc:spChg chg="mod">
          <ac:chgData name="Saad Alnasser" userId="5710af4d5979f2f0" providerId="LiveId" clId="{98710D82-5B00-4EAE-A1B6-82C31C319EA7}" dt="2026-10-22T06:57:56.174" v="54" actId="121"/>
          <ac:spMkLst>
            <pc:docMk/>
            <pc:sldMk cId="0" sldId="262"/>
            <ac:spMk id="12" creationId="{00000000-0000-0000-0000-000000000000}"/>
          </ac:spMkLst>
        </pc:spChg>
        <pc:spChg chg="mod">
          <ac:chgData name="Saad Alnasser" userId="5710af4d5979f2f0" providerId="LiveId" clId="{98710D82-5B00-4EAE-A1B6-82C31C319EA7}" dt="2026-10-22T06:57:56.174" v="54" actId="121"/>
          <ac:spMkLst>
            <pc:docMk/>
            <pc:sldMk cId="0" sldId="262"/>
            <ac:spMk id="13" creationId="{00000000-0000-0000-0000-000000000000}"/>
          </ac:spMkLst>
        </pc:spChg>
        <pc:spChg chg="mod">
          <ac:chgData name="Saad Alnasser" userId="5710af4d5979f2f0" providerId="LiveId" clId="{98710D82-5B00-4EAE-A1B6-82C31C319EA7}" dt="2026-10-22T06:57:56.174" v="54" actId="121"/>
          <ac:spMkLst>
            <pc:docMk/>
            <pc:sldMk cId="0" sldId="262"/>
            <ac:spMk id="16" creationId="{00000000-0000-0000-0000-000000000000}"/>
          </ac:spMkLst>
        </pc:spChg>
        <pc:spChg chg="mod">
          <ac:chgData name="Saad Alnasser" userId="5710af4d5979f2f0" providerId="LiveId" clId="{98710D82-5B00-4EAE-A1B6-82C31C319EA7}" dt="2026-10-22T06:57:56.174" v="54" actId="121"/>
          <ac:spMkLst>
            <pc:docMk/>
            <pc:sldMk cId="0" sldId="262"/>
            <ac:spMk id="20" creationId="{00000000-0000-0000-0000-000000000000}"/>
          </ac:spMkLst>
        </pc:spChg>
        <pc:spChg chg="mod">
          <ac:chgData name="Saad Alnasser" userId="5710af4d5979f2f0" providerId="LiveId" clId="{98710D82-5B00-4EAE-A1B6-82C31C319EA7}" dt="2026-10-22T06:57:56.174" v="54" actId="121"/>
          <ac:spMkLst>
            <pc:docMk/>
            <pc:sldMk cId="0" sldId="262"/>
            <ac:spMk id="21" creationId="{00000000-0000-0000-0000-000000000000}"/>
          </ac:spMkLst>
        </pc:spChg>
      </pc:sldChg>
      <pc:sldChg chg="modSp mod">
        <pc:chgData name="Saad Alnasser" userId="5710af4d5979f2f0" providerId="LiveId" clId="{98710D82-5B00-4EAE-A1B6-82C31C319EA7}" dt="2026-10-22T06:58:04.430" v="56" actId="121"/>
        <pc:sldMkLst>
          <pc:docMk/>
          <pc:sldMk cId="0" sldId="263"/>
        </pc:sldMkLst>
        <pc:spChg chg="mod">
          <ac:chgData name="Saad Alnasser" userId="5710af4d5979f2f0" providerId="LiveId" clId="{98710D82-5B00-4EAE-A1B6-82C31C319EA7}" dt="2026-10-22T06:58:04.430" v="56" actId="121"/>
          <ac:spMkLst>
            <pc:docMk/>
            <pc:sldMk cId="0" sldId="263"/>
            <ac:spMk id="2" creationId="{00000000-0000-0000-0000-000000000000}"/>
          </ac:spMkLst>
        </pc:spChg>
        <pc:spChg chg="mod">
          <ac:chgData name="Saad Alnasser" userId="5710af4d5979f2f0" providerId="LiveId" clId="{98710D82-5B00-4EAE-A1B6-82C31C319EA7}" dt="2026-10-22T06:58:04.430" v="56" actId="121"/>
          <ac:spMkLst>
            <pc:docMk/>
            <pc:sldMk cId="0" sldId="263"/>
            <ac:spMk id="3" creationId="{00000000-0000-0000-0000-000000000000}"/>
          </ac:spMkLst>
        </pc:spChg>
        <pc:spChg chg="mod">
          <ac:chgData name="Saad Alnasser" userId="5710af4d5979f2f0" providerId="LiveId" clId="{98710D82-5B00-4EAE-A1B6-82C31C319EA7}" dt="2026-10-22T06:58:04.430" v="56" actId="121"/>
          <ac:spMkLst>
            <pc:docMk/>
            <pc:sldMk cId="0" sldId="263"/>
            <ac:spMk id="5" creationId="{00000000-0000-0000-0000-000000000000}"/>
          </ac:spMkLst>
        </pc:spChg>
        <pc:spChg chg="mod">
          <ac:chgData name="Saad Alnasser" userId="5710af4d5979f2f0" providerId="LiveId" clId="{98710D82-5B00-4EAE-A1B6-82C31C319EA7}" dt="2026-10-22T06:58:04.430" v="56" actId="121"/>
          <ac:spMkLst>
            <pc:docMk/>
            <pc:sldMk cId="0" sldId="263"/>
            <ac:spMk id="6" creationId="{00000000-0000-0000-0000-000000000000}"/>
          </ac:spMkLst>
        </pc:spChg>
      </pc:sldChg>
      <pc:sldChg chg="modSp mod">
        <pc:chgData name="Saad Alnasser" userId="5710af4d5979f2f0" providerId="LiveId" clId="{98710D82-5B00-4EAE-A1B6-82C31C319EA7}" dt="2026-10-22T06:58:11.630" v="58" actId="121"/>
        <pc:sldMkLst>
          <pc:docMk/>
          <pc:sldMk cId="0" sldId="264"/>
        </pc:sldMkLst>
        <pc:spChg chg="mod">
          <ac:chgData name="Saad Alnasser" userId="5710af4d5979f2f0" providerId="LiveId" clId="{98710D82-5B00-4EAE-A1B6-82C31C319EA7}" dt="2026-10-22T06:58:11.630" v="58" actId="121"/>
          <ac:spMkLst>
            <pc:docMk/>
            <pc:sldMk cId="0" sldId="264"/>
            <ac:spMk id="2" creationId="{00000000-0000-0000-0000-000000000000}"/>
          </ac:spMkLst>
        </pc:spChg>
        <pc:spChg chg="mod">
          <ac:chgData name="Saad Alnasser" userId="5710af4d5979f2f0" providerId="LiveId" clId="{98710D82-5B00-4EAE-A1B6-82C31C319EA7}" dt="2026-10-22T06:58:11.630" v="58" actId="121"/>
          <ac:spMkLst>
            <pc:docMk/>
            <pc:sldMk cId="0" sldId="264"/>
            <ac:spMk id="3" creationId="{00000000-0000-0000-0000-000000000000}"/>
          </ac:spMkLst>
        </pc:spChg>
        <pc:spChg chg="mod">
          <ac:chgData name="Saad Alnasser" userId="5710af4d5979f2f0" providerId="LiveId" clId="{98710D82-5B00-4EAE-A1B6-82C31C319EA7}" dt="2026-10-22T06:58:11.630" v="58" actId="121"/>
          <ac:spMkLst>
            <pc:docMk/>
            <pc:sldMk cId="0" sldId="264"/>
            <ac:spMk id="5" creationId="{00000000-0000-0000-0000-000000000000}"/>
          </ac:spMkLst>
        </pc:spChg>
        <pc:spChg chg="mod">
          <ac:chgData name="Saad Alnasser" userId="5710af4d5979f2f0" providerId="LiveId" clId="{98710D82-5B00-4EAE-A1B6-82C31C319EA7}" dt="2026-10-22T06:58:11.630" v="58" actId="121"/>
          <ac:spMkLst>
            <pc:docMk/>
            <pc:sldMk cId="0" sldId="264"/>
            <ac:spMk id="7" creationId="{00000000-0000-0000-0000-000000000000}"/>
          </ac:spMkLst>
        </pc:spChg>
        <pc:spChg chg="mod">
          <ac:chgData name="Saad Alnasser" userId="5710af4d5979f2f0" providerId="LiveId" clId="{98710D82-5B00-4EAE-A1B6-82C31C319EA7}" dt="2026-10-22T06:58:11.630" v="58" actId="121"/>
          <ac:spMkLst>
            <pc:docMk/>
            <pc:sldMk cId="0" sldId="264"/>
            <ac:spMk id="9" creationId="{00000000-0000-0000-0000-000000000000}"/>
          </ac:spMkLst>
        </pc:spChg>
        <pc:spChg chg="mod">
          <ac:chgData name="Saad Alnasser" userId="5710af4d5979f2f0" providerId="LiveId" clId="{98710D82-5B00-4EAE-A1B6-82C31C319EA7}" dt="2026-10-22T06:58:11.630" v="58" actId="121"/>
          <ac:spMkLst>
            <pc:docMk/>
            <pc:sldMk cId="0" sldId="264"/>
            <ac:spMk id="10" creationId="{00000000-0000-0000-0000-000000000000}"/>
          </ac:spMkLst>
        </pc:spChg>
        <pc:spChg chg="mod">
          <ac:chgData name="Saad Alnasser" userId="5710af4d5979f2f0" providerId="LiveId" clId="{98710D82-5B00-4EAE-A1B6-82C31C319EA7}" dt="2026-10-22T06:58:11.630" v="58" actId="121"/>
          <ac:spMkLst>
            <pc:docMk/>
            <pc:sldMk cId="0" sldId="264"/>
            <ac:spMk id="12" creationId="{00000000-0000-0000-0000-000000000000}"/>
          </ac:spMkLst>
        </pc:spChg>
        <pc:spChg chg="mod">
          <ac:chgData name="Saad Alnasser" userId="5710af4d5979f2f0" providerId="LiveId" clId="{98710D82-5B00-4EAE-A1B6-82C31C319EA7}" dt="2026-10-22T06:58:11.630" v="58" actId="121"/>
          <ac:spMkLst>
            <pc:docMk/>
            <pc:sldMk cId="0" sldId="264"/>
            <ac:spMk id="14" creationId="{00000000-0000-0000-0000-000000000000}"/>
          </ac:spMkLst>
        </pc:spChg>
        <pc:spChg chg="mod">
          <ac:chgData name="Saad Alnasser" userId="5710af4d5979f2f0" providerId="LiveId" clId="{98710D82-5B00-4EAE-A1B6-82C31C319EA7}" dt="2026-10-22T06:58:11.630" v="58" actId="121"/>
          <ac:spMkLst>
            <pc:docMk/>
            <pc:sldMk cId="0" sldId="264"/>
            <ac:spMk id="15" creationId="{00000000-0000-0000-0000-000000000000}"/>
          </ac:spMkLst>
        </pc:spChg>
        <pc:spChg chg="mod">
          <ac:chgData name="Saad Alnasser" userId="5710af4d5979f2f0" providerId="LiveId" clId="{98710D82-5B00-4EAE-A1B6-82C31C319EA7}" dt="2026-10-22T06:58:11.630" v="58" actId="121"/>
          <ac:spMkLst>
            <pc:docMk/>
            <pc:sldMk cId="0" sldId="264"/>
            <ac:spMk id="16" creationId="{00000000-0000-0000-0000-000000000000}"/>
          </ac:spMkLst>
        </pc:spChg>
      </pc:sldChg>
      <pc:sldChg chg="modSp mod">
        <pc:chgData name="Saad Alnasser" userId="5710af4d5979f2f0" providerId="LiveId" clId="{98710D82-5B00-4EAE-A1B6-82C31C319EA7}" dt="2026-10-22T06:58:19.416" v="60" actId="121"/>
        <pc:sldMkLst>
          <pc:docMk/>
          <pc:sldMk cId="0" sldId="265"/>
        </pc:sldMkLst>
        <pc:spChg chg="mod">
          <ac:chgData name="Saad Alnasser" userId="5710af4d5979f2f0" providerId="LiveId" clId="{98710D82-5B00-4EAE-A1B6-82C31C319EA7}" dt="2026-10-22T06:58:19.416" v="60" actId="121"/>
          <ac:spMkLst>
            <pc:docMk/>
            <pc:sldMk cId="0" sldId="265"/>
            <ac:spMk id="2" creationId="{00000000-0000-0000-0000-000000000000}"/>
          </ac:spMkLst>
        </pc:spChg>
        <pc:spChg chg="mod">
          <ac:chgData name="Saad Alnasser" userId="5710af4d5979f2f0" providerId="LiveId" clId="{98710D82-5B00-4EAE-A1B6-82C31C319EA7}" dt="2026-10-22T06:58:19.416" v="60" actId="121"/>
          <ac:spMkLst>
            <pc:docMk/>
            <pc:sldMk cId="0" sldId="265"/>
            <ac:spMk id="3" creationId="{00000000-0000-0000-0000-000000000000}"/>
          </ac:spMkLst>
        </pc:spChg>
        <pc:spChg chg="mod">
          <ac:chgData name="Saad Alnasser" userId="5710af4d5979f2f0" providerId="LiveId" clId="{98710D82-5B00-4EAE-A1B6-82C31C319EA7}" dt="2026-10-22T06:58:19.416" v="60" actId="121"/>
          <ac:spMkLst>
            <pc:docMk/>
            <pc:sldMk cId="0" sldId="265"/>
            <ac:spMk id="10" creationId="{00000000-0000-0000-0000-000000000000}"/>
          </ac:spMkLst>
        </pc:spChg>
        <pc:spChg chg="mod">
          <ac:chgData name="Saad Alnasser" userId="5710af4d5979f2f0" providerId="LiveId" clId="{98710D82-5B00-4EAE-A1B6-82C31C319EA7}" dt="2026-10-22T06:58:19.416" v="60" actId="121"/>
          <ac:spMkLst>
            <pc:docMk/>
            <pc:sldMk cId="0" sldId="265"/>
            <ac:spMk id="12" creationId="{00000000-0000-0000-0000-000000000000}"/>
          </ac:spMkLst>
        </pc:spChg>
        <pc:spChg chg="mod">
          <ac:chgData name="Saad Alnasser" userId="5710af4d5979f2f0" providerId="LiveId" clId="{98710D82-5B00-4EAE-A1B6-82C31C319EA7}" dt="2026-10-22T06:58:19.416" v="60" actId="121"/>
          <ac:spMkLst>
            <pc:docMk/>
            <pc:sldMk cId="0" sldId="265"/>
            <ac:spMk id="13" creationId="{00000000-0000-0000-0000-000000000000}"/>
          </ac:spMkLst>
        </pc:spChg>
        <pc:spChg chg="mod">
          <ac:chgData name="Saad Alnasser" userId="5710af4d5979f2f0" providerId="LiveId" clId="{98710D82-5B00-4EAE-A1B6-82C31C319EA7}" dt="2026-10-22T06:58:19.416" v="60" actId="121"/>
          <ac:spMkLst>
            <pc:docMk/>
            <pc:sldMk cId="0" sldId="265"/>
            <ac:spMk id="15" creationId="{00000000-0000-0000-0000-000000000000}"/>
          </ac:spMkLst>
        </pc:spChg>
        <pc:spChg chg="mod">
          <ac:chgData name="Saad Alnasser" userId="5710af4d5979f2f0" providerId="LiveId" clId="{98710D82-5B00-4EAE-A1B6-82C31C319EA7}" dt="2026-10-22T06:58:19.416" v="60" actId="121"/>
          <ac:spMkLst>
            <pc:docMk/>
            <pc:sldMk cId="0" sldId="265"/>
            <ac:spMk id="19" creationId="{00000000-0000-0000-0000-000000000000}"/>
          </ac:spMkLst>
        </pc:spChg>
        <pc:spChg chg="mod">
          <ac:chgData name="Saad Alnasser" userId="5710af4d5979f2f0" providerId="LiveId" clId="{98710D82-5B00-4EAE-A1B6-82C31C319EA7}" dt="2026-10-22T06:58:19.416" v="60" actId="121"/>
          <ac:spMkLst>
            <pc:docMk/>
            <pc:sldMk cId="0" sldId="265"/>
            <ac:spMk id="20" creationId="{00000000-0000-0000-0000-000000000000}"/>
          </ac:spMkLst>
        </pc:spChg>
        <pc:spChg chg="mod">
          <ac:chgData name="Saad Alnasser" userId="5710af4d5979f2f0" providerId="LiveId" clId="{98710D82-5B00-4EAE-A1B6-82C31C319EA7}" dt="2026-10-22T06:58:19.416" v="60" actId="121"/>
          <ac:spMkLst>
            <pc:docMk/>
            <pc:sldMk cId="0" sldId="265"/>
            <ac:spMk id="21" creationId="{00000000-0000-0000-0000-000000000000}"/>
          </ac:spMkLst>
        </pc:spChg>
        <pc:spChg chg="mod">
          <ac:chgData name="Saad Alnasser" userId="5710af4d5979f2f0" providerId="LiveId" clId="{98710D82-5B00-4EAE-A1B6-82C31C319EA7}" dt="2026-10-22T06:58:19.416" v="60" actId="121"/>
          <ac:spMkLst>
            <pc:docMk/>
            <pc:sldMk cId="0" sldId="265"/>
            <ac:spMk id="24" creationId="{00000000-0000-0000-0000-000000000000}"/>
          </ac:spMkLst>
        </pc:spChg>
      </pc:sldChg>
      <pc:sldChg chg="addSp delSp modSp add mod">
        <pc:chgData name="Saad Alnasser" userId="5710af4d5979f2f0" providerId="LiveId" clId="{98710D82-5B00-4EAE-A1B6-82C31C319EA7}" dt="2026-10-22T06:59:18.231" v="132" actId="1076"/>
        <pc:sldMkLst>
          <pc:docMk/>
          <pc:sldMk cId="2418739981" sldId="266"/>
        </pc:sldMkLst>
        <pc:spChg chg="del">
          <ac:chgData name="Saad Alnasser" userId="5710af4d5979f2f0" providerId="LiveId" clId="{98710D82-5B00-4EAE-A1B6-82C31C319EA7}" dt="2026-10-22T06:58:38.343" v="62" actId="478"/>
          <ac:spMkLst>
            <pc:docMk/>
            <pc:sldMk cId="2418739981" sldId="266"/>
            <ac:spMk id="2" creationId="{23D66BE0-23D0-B820-4B06-D522D40C9F45}"/>
          </ac:spMkLst>
        </pc:spChg>
        <pc:spChg chg="del">
          <ac:chgData name="Saad Alnasser" userId="5710af4d5979f2f0" providerId="LiveId" clId="{98710D82-5B00-4EAE-A1B6-82C31C319EA7}" dt="2026-10-22T06:58:38.343" v="62" actId="478"/>
          <ac:spMkLst>
            <pc:docMk/>
            <pc:sldMk cId="2418739981" sldId="266"/>
            <ac:spMk id="5" creationId="{40BD3A29-C88F-768A-1B73-11CDAD2BC164}"/>
          </ac:spMkLst>
        </pc:spChg>
        <pc:spChg chg="del">
          <ac:chgData name="Saad Alnasser" userId="5710af4d5979f2f0" providerId="LiveId" clId="{98710D82-5B00-4EAE-A1B6-82C31C319EA7}" dt="2026-10-22T06:58:38.343" v="62" actId="478"/>
          <ac:spMkLst>
            <pc:docMk/>
            <pc:sldMk cId="2418739981" sldId="266"/>
            <ac:spMk id="7" creationId="{42E6F8EA-94E9-1F9D-35BD-64959B5C0CF7}"/>
          </ac:spMkLst>
        </pc:spChg>
        <pc:spChg chg="del">
          <ac:chgData name="Saad Alnasser" userId="5710af4d5979f2f0" providerId="LiveId" clId="{98710D82-5B00-4EAE-A1B6-82C31C319EA7}" dt="2026-10-22T06:58:38.343" v="62" actId="478"/>
          <ac:spMkLst>
            <pc:docMk/>
            <pc:sldMk cId="2418739981" sldId="266"/>
            <ac:spMk id="9" creationId="{AB0C9B6A-801A-BE17-C205-F7262F32ABFA}"/>
          </ac:spMkLst>
        </pc:spChg>
        <pc:spChg chg="del">
          <ac:chgData name="Saad Alnasser" userId="5710af4d5979f2f0" providerId="LiveId" clId="{98710D82-5B00-4EAE-A1B6-82C31C319EA7}" dt="2026-10-22T06:58:38.343" v="62" actId="478"/>
          <ac:spMkLst>
            <pc:docMk/>
            <pc:sldMk cId="2418739981" sldId="266"/>
            <ac:spMk id="12" creationId="{FC020DFB-7432-73B2-87FC-DCE4AFCECBC6}"/>
          </ac:spMkLst>
        </pc:spChg>
        <pc:spChg chg="del">
          <ac:chgData name="Saad Alnasser" userId="5710af4d5979f2f0" providerId="LiveId" clId="{98710D82-5B00-4EAE-A1B6-82C31C319EA7}" dt="2026-10-22T06:58:38.343" v="62" actId="478"/>
          <ac:spMkLst>
            <pc:docMk/>
            <pc:sldMk cId="2418739981" sldId="266"/>
            <ac:spMk id="13" creationId="{268BA835-6AAB-978E-1FAA-07EED999992F}"/>
          </ac:spMkLst>
        </pc:spChg>
        <pc:spChg chg="del">
          <ac:chgData name="Saad Alnasser" userId="5710af4d5979f2f0" providerId="LiveId" clId="{98710D82-5B00-4EAE-A1B6-82C31C319EA7}" dt="2026-10-22T06:58:38.343" v="62" actId="478"/>
          <ac:spMkLst>
            <pc:docMk/>
            <pc:sldMk cId="2418739981" sldId="266"/>
            <ac:spMk id="14" creationId="{2DD8515D-7BF5-DFA8-4FD6-9ED35F463CBB}"/>
          </ac:spMkLst>
        </pc:spChg>
        <pc:spChg chg="del">
          <ac:chgData name="Saad Alnasser" userId="5710af4d5979f2f0" providerId="LiveId" clId="{98710D82-5B00-4EAE-A1B6-82C31C319EA7}" dt="2026-10-22T06:58:38.343" v="62" actId="478"/>
          <ac:spMkLst>
            <pc:docMk/>
            <pc:sldMk cId="2418739981" sldId="266"/>
            <ac:spMk id="17" creationId="{713781AB-EF56-2338-421F-7BFD4402A2EE}"/>
          </ac:spMkLst>
        </pc:spChg>
        <pc:spChg chg="del">
          <ac:chgData name="Saad Alnasser" userId="5710af4d5979f2f0" providerId="LiveId" clId="{98710D82-5B00-4EAE-A1B6-82C31C319EA7}" dt="2026-10-22T06:58:38.343" v="62" actId="478"/>
          <ac:spMkLst>
            <pc:docMk/>
            <pc:sldMk cId="2418739981" sldId="266"/>
            <ac:spMk id="18" creationId="{BCB350CB-CDA2-DBFA-3743-092365E3AEA1}"/>
          </ac:spMkLst>
        </pc:spChg>
        <pc:spChg chg="del">
          <ac:chgData name="Saad Alnasser" userId="5710af4d5979f2f0" providerId="LiveId" clId="{98710D82-5B00-4EAE-A1B6-82C31C319EA7}" dt="2026-10-22T06:58:38.343" v="62" actId="478"/>
          <ac:spMkLst>
            <pc:docMk/>
            <pc:sldMk cId="2418739981" sldId="266"/>
            <ac:spMk id="20" creationId="{B3A66A5E-51CA-C284-4C35-86E7504D24EF}"/>
          </ac:spMkLst>
        </pc:spChg>
        <pc:spChg chg="del mod">
          <ac:chgData name="Saad Alnasser" userId="5710af4d5979f2f0" providerId="LiveId" clId="{98710D82-5B00-4EAE-A1B6-82C31C319EA7}" dt="2026-10-22T06:58:48.438" v="64" actId="478"/>
          <ac:spMkLst>
            <pc:docMk/>
            <pc:sldMk cId="2418739981" sldId="266"/>
            <ac:spMk id="23" creationId="{11AA223E-7BC8-C9D5-8DDC-D4FB1A265C0F}"/>
          </ac:spMkLst>
        </pc:spChg>
        <pc:spChg chg="mod">
          <ac:chgData name="Saad Alnasser" userId="5710af4d5979f2f0" providerId="LiveId" clId="{98710D82-5B00-4EAE-A1B6-82C31C319EA7}" dt="2026-10-22T06:59:18.231" v="132" actId="1076"/>
          <ac:spMkLst>
            <pc:docMk/>
            <pc:sldMk cId="2418739981" sldId="266"/>
            <ac:spMk id="26" creationId="{E7B5EE2B-2C38-450A-CDB6-53AB001647A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804465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الزمن: 10 ثوانٍ. "السلام عليكم. خلال خمس دقائق سأعرض مشكلة نعيشها في كل فعالية: استقبال الضيوف عبر المكالمات والواتساب، والحل الذي جربناه، ثم تجربة حية، ثم النتيجة والخطة."</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الزمن: 30 ثانية. "اليوم عضو الاستقبال يتصل بالضيف، ويقول له: اتصل بي إذا قربت. ثم يرسل الضيف على الواتساب: وصلت، وينك؟ خمس خطوات تواصل، كلها من طرف شخص واحد. ومع 40 ضيفًا و27 عضو استقبال في أربعة مسارات، القائد لا يعرف بالتأخير إلا إذا اتصل به أحد." الأرقام 40 و27 و4 من التوزيع المعتمد في وثيقة المتطلبات.</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الزمن: 30 ثانية. "خط الأساس: عشرون دقيقة من أول اتصال حتى يبدأ الضيف تجربته. هذا تقدير من محاكاة السيناريو اليدوي، وليس قياسًا ميدانيًا، وسنقيسه فعليًا بمؤقت في الأسبوع الثالث من الخطة. مع أربعين ضيفًا، هذا ثمانمئة دقيقة في اليوم." الحساب: 40 × 20 = 800 دقيقة = 13.3 ساعة.</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الزمن: دقيقة. "بدل الحوسة: الضيف يضغط أنا قريب ثم وصلت، ويحدد البوابة والموقف. يصل الإشعار تلقائيًا لثلاثة: المستقبل، ومسؤول البوابة، وقائد المسار. المستقبل يؤكد الاستقبال والمرافقة، والقيادة ترى كل شيء في لوحة حية، وأي طلب مساعدة لا يُستلم خلال ثلاث دقائق يُصعَّد تلقائيًا لقائد المسار. ما يبقى قرارًا بشريًا: اعتماد التقرير، وإعادة الإسناد، ومعالجة الطلبات. اخترنا هذا المسار لأنه يوحّد القناة، ويعطي القادة رؤية لحظية، وبلا تكلفة."</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الزمن: دقيقتان. افتح الرابط قبل العرض في تبويب جاهز، والبيانات تعود لأصلها عند كل فتح. 1) الدور: الضيف (أ. ديما الصالح). اختر البوابة 1، واكتب P-21 ثم حفظ، ثم «أنا قريب» ثم «وصلت». 2) الدور: عضو الاستقبال، يختار التطبيق مستقبلها تلقائيًا. أشر إلى التنبيهات، ثم «تأكيد الاستقبال» و«تأكيد المرافقة». 3) الدور: قيادة البروتوكول، لوحة القيادة: الواصلون والمستقبَلون زادوا. 4) في نفس اللوحة: طلب REQ-0001 (المواقف) يظهر «متأخر · صُعّد» بعد أقل من دقيقة من فتح الصفحة. لا تُدخل أي اسم أو رقم حقيقي أثناء العرض. إن تعطل الإنترنت انتقل للشريحة التالية. الرابط الاحتياطي: claude.ai/artifact/VeWLNFuqvTSy5B8ZnTEwQw</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تُستخدم هذه الشريحة فقط إذا تعطل الإنترنت أو الرابط، وتُعرض في نفس وقت التجربة الحية دون زيادة في الزمن. إن نجحت التجربة الحية فتخطَّ هذه الشريحة. الأرقام في اللقطة الثالثة من لحظة التصوير: 10 واصلون و7 تم استقبالهم من أصل 40 ضيفًا تجريبيًا.</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الزمن: 20 ثانية. "بعد التوحيد نقدّر 12 دقيقة بدل 20، أي 40% أقل، وهذا 320 دقيقة يوميًا لأربعين ضيفًا. والأهم: خطوات تواصل الضيف من خمس إلى ضغطة واحدة، ومن يعلم بالوصول من شخص واحد إلى ثلاثة فورًا." كيف حسبنا: (20 − 12) ÷ 20 = 40%. 40 ضيفًا × 8 دقائق = 320 دقيقة. الخمس خطوات من سيناريو الشريحة 2، والثلاثة من قاعدة التوجيه. إذا سُئلت عن المراجعة: الـ12 دقيقة تشمل تأكيد الاستقبال وتصحيح البوابة، ومراجعة التقرير منفصلة. الرقمان 20 و12 تقديران، والقياس الحقيقي بمؤقت في الأسبوع الثالث. البنود الأربعة في الصندوق الأخضر تحققت فعلًا عند اختبار النموذج.</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الزمن: 15 ثانية. "أهم فشل: الجوالات لا تتزامن في هذه النسخة؛ إذا ضغط الضيف وصلت على جواله لا يراه المستقبل على جواله. لذلك جربنا على جهاز واحد بمبدّل الأدوار، والمزامنة في الخطة. وفشلان أصغر: مهلة التصعيد أطول من العرض فجهزنا طلبًا مسبقًا، وإعدادات الجوال حُذفت عند النشر فأعدناها قبل الرفع."</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الزمن: 15 ثانية، أو جاهزة للأسئلة. المسؤولية: التقرير لا يُشارك إلا بعد اعتماد بشري ويُسجل من اعتمد ومتى. البيانات: كلها اصطناعية، ولم تُرفع أي بيانات حقيقية. السياسة: لا تقل إن الجهة تسمح بالبيانات الحقيقية قبل تأكيد إدارة الأمن السيبراني. لو اختفى التطبيق: المستندات والقواعد ومعايير القبول تبقى.</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الزمن: 20 ثانية. "خطتنا ثلاثون يومًا: أسبوع للبناء، وأسبوع لتجربة داخلية مع مسار واحد، وأسبوع للقياس الفعلي بمؤقت حتى نؤكد أرقام العشرين والاثنتي عشرة دقيقة أو نصححها، وأسبوع للقرار. والمطلوب اليوم: الموافقة على التجربة الداخلية. شكرًا." عدّل جملة المطلوب حسب ما تريده من الإدارة.</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9AE4A-A8E6-1885-E0FE-984A08D7B5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71CD18-58E5-DEAC-F371-DF5C7EFE1E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9D235F-1746-FC8C-20E9-BD9620B82629}"/>
              </a:ext>
            </a:extLst>
          </p:cNvPr>
          <p:cNvSpPr>
            <a:spLocks noGrp="1"/>
          </p:cNvSpPr>
          <p:nvPr>
            <p:ph type="body" idx="1"/>
          </p:nvPr>
        </p:nvSpPr>
        <p:spPr/>
        <p:txBody>
          <a:bodyPr/>
          <a:lstStyle/>
          <a:p>
            <a:r>
              <a:rPr lang="en-US" dirty="0"/>
              <a:t>الزمن: 20 ثانية. "خطتنا ثلاثون يومًا: أسبوع للبناء، وأسبوع لتجربة داخلية مع مسار واحد، وأسبوع للقياس الفعلي بمؤقت حتى نؤكد أرقام العشرين والاثنتي عشرة دقيقة أو نصححها، وأسبوع للقرار. والمطلوب اليوم: الموافقة على التجربة الداخلية. شكرًا." عدّل جملة المطلوب حسب ما تريده من الإدارة.</a:t>
            </a:r>
          </a:p>
        </p:txBody>
      </p:sp>
      <p:sp>
        <p:nvSpPr>
          <p:cNvPr id="4" name="Slide Number Placeholder 3">
            <a:extLst>
              <a:ext uri="{FF2B5EF4-FFF2-40B4-BE49-F238E27FC236}">
                <a16:creationId xmlns:a16="http://schemas.microsoft.com/office/drawing/2014/main" id="{887946DE-E073-C407-9CB7-4F4E4EBDE7CD}"/>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4952132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0A063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02361"/>
            <a:ext cx="10566400" cy="467360"/>
          </a:xfrm>
          <a:prstGeom prst="rect">
            <a:avLst/>
          </a:prstGeom>
          <a:noFill/>
          <a:ln/>
        </p:spPr>
        <p:txBody>
          <a:bodyPr wrap="square" lIns="0" tIns="0" rIns="0" bIns="0" rtlCol="0" anchor="t"/>
          <a:lstStyle>
            <a:lvl1pPr marL="0" indent="0" algn="l">
              <a:lnSpc>
                <a:spcPct val="115000"/>
              </a:lnSpc>
              <a:buNone/>
              <a:defRPr lang="en-US" sz="3200" dirty="0">
                <a:solidFill>
                  <a:srgbClr val="F3F0FF"/>
                </a:solidFill>
                <a:latin typeface="IBM Plex Sans Arabic" pitchFamily="34" charset="0"/>
                <a:ea typeface="IBM Plex Sans Arabic" pitchFamily="34" charset="-122"/>
                <a:cs typeface="IBM Plex Sans Arabic"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74521"/>
            <a:ext cx="10566400" cy="4170679"/>
          </a:xfrm>
          <a:prstGeom prst="rect">
            <a:avLst/>
          </a:prstGeom>
          <a:noFill/>
          <a:ln/>
        </p:spPr>
        <p:txBody>
          <a:bodyPr wrap="square" lIns="0" tIns="0" rIns="0" bIns="0" rtlCol="0" anchor="t"/>
          <a:lstStyle>
            <a:lvl1pPr marL="0" indent="0" algn="l">
              <a:lnSpc>
                <a:spcPct val="140000"/>
              </a:lnSpc>
              <a:buNone/>
              <a:defRPr lang="en-US" sz="1600" dirty="0">
                <a:solidFill>
                  <a:srgbClr val="F3F0FF"/>
                </a:solidFill>
                <a:latin typeface="IBM Plex Sans Arabic" pitchFamily="34" charset="0"/>
                <a:ea typeface="IBM Plex Sans Arabic" pitchFamily="34" charset="-122"/>
                <a:cs typeface="IBM Plex Sans Arabic" pitchFamily="34" charset="-120"/>
              </a:defRPr>
            </a:lvl1pPr>
          </a:lstStyle>
          <a:p>
            <a:pPr marL="0" indent="0" algn="l">
              <a:lnSpc>
                <a:spcPct val="140000"/>
              </a:lnSpc>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background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02361"/>
            <a:ext cx="10566400" cy="467360"/>
          </a:xfrm>
          <a:prstGeom prst="rect">
            <a:avLst/>
          </a:prstGeom>
          <a:noFill/>
          <a:ln/>
        </p:spPr>
        <p:txBody>
          <a:bodyPr wrap="square" lIns="0" tIns="0" rIns="0" bIns="0" rtlCol="0" anchor="t"/>
          <a:lstStyle>
            <a:lvl1pPr marL="0" indent="0" algn="l">
              <a:lnSpc>
                <a:spcPct val="115000"/>
              </a:lnSpc>
              <a:buNone/>
              <a:defRPr lang="en-US" sz="3200" dirty="0">
                <a:solidFill>
                  <a:srgbClr val="F3F0FF"/>
                </a:solidFill>
                <a:latin typeface="IBM Plex Sans Arabic" pitchFamily="34" charset="0"/>
                <a:ea typeface="IBM Plex Sans Arabic" pitchFamily="34" charset="-122"/>
                <a:cs typeface="IBM Plex Sans Arabic"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74521"/>
            <a:ext cx="10566400" cy="4170679"/>
          </a:xfrm>
          <a:prstGeom prst="rect">
            <a:avLst/>
          </a:prstGeom>
          <a:noFill/>
          <a:ln/>
        </p:spPr>
        <p:txBody>
          <a:bodyPr wrap="square" lIns="0" tIns="0" rIns="0" bIns="0" rtlCol="0" anchor="t"/>
          <a:lstStyle>
            <a:lvl1pPr marL="0" indent="0" algn="l">
              <a:lnSpc>
                <a:spcPct val="140000"/>
              </a:lnSpc>
              <a:buNone/>
              <a:defRPr lang="en-US" sz="1600" dirty="0">
                <a:solidFill>
                  <a:srgbClr val="F3F0FF"/>
                </a:solidFill>
                <a:latin typeface="IBM Plex Sans Arabic" pitchFamily="34" charset="0"/>
                <a:ea typeface="IBM Plex Sans Arabic" pitchFamily="34" charset="-122"/>
                <a:cs typeface="IBM Plex Sans Arabic"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A063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02361"/>
            <a:ext cx="10566400" cy="467360"/>
          </a:xfrm>
          <a:prstGeom prst="rect">
            <a:avLst/>
          </a:prstGeom>
          <a:noFill/>
          <a:ln/>
        </p:spPr>
        <p:txBody>
          <a:bodyPr wrap="square" lIns="0" tIns="0" rIns="0" bIns="0" rtlCol="0" anchor="t"/>
          <a:lstStyle>
            <a:lvl1pPr marL="0" indent="0" algn="l">
              <a:lnSpc>
                <a:spcPct val="115000"/>
              </a:lnSpc>
              <a:buNone/>
              <a:defRPr lang="en-US" sz="3200" dirty="0">
                <a:solidFill>
                  <a:srgbClr val="F3F0FF"/>
                </a:solidFill>
                <a:latin typeface="IBM Plex Sans Arabic" pitchFamily="34" charset="0"/>
                <a:ea typeface="IBM Plex Sans Arabic" pitchFamily="34" charset="-122"/>
                <a:cs typeface="IBM Plex Sans Arabic"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74521"/>
            <a:ext cx="10566400" cy="4170679"/>
          </a:xfrm>
          <a:prstGeom prst="rect">
            <a:avLst/>
          </a:prstGeom>
          <a:noFill/>
          <a:ln/>
        </p:spPr>
        <p:txBody>
          <a:bodyPr wrap="square" lIns="0" tIns="0" rIns="0" bIns="0" rtlCol="0" anchor="t"/>
          <a:lstStyle>
            <a:lvl1pPr marL="0" indent="0" algn="l">
              <a:lnSpc>
                <a:spcPct val="140000"/>
              </a:lnSpc>
              <a:buNone/>
              <a:defRPr lang="en-US" sz="1600" dirty="0">
                <a:solidFill>
                  <a:srgbClr val="F3F0FF"/>
                </a:solidFill>
                <a:latin typeface="IBM Plex Sans Arabic" pitchFamily="34" charset="0"/>
                <a:ea typeface="IBM Plex Sans Arabic" pitchFamily="34" charset="-122"/>
                <a:cs typeface="IBM Plex Sans Arabic" pitchFamily="34" charset="-120"/>
              </a:defRPr>
            </a:lvl1pPr>
          </a:lstStyle>
          <a:p>
            <a:pPr marL="0" indent="0" algn="l">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5.jpe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95808" y="1730375"/>
            <a:ext cx="10883392" cy="274320"/>
          </a:xfrm>
          <a:prstGeom prst="rect">
            <a:avLst/>
          </a:prstGeom>
          <a:noFill/>
          <a:ln/>
        </p:spPr>
        <p:txBody>
          <a:bodyPr wrap="square" lIns="0" tIns="0" rIns="0" bIns="0" rtlCol="0" anchor="t">
            <a:normAutofit/>
          </a:bodyPr>
          <a:lstStyle/>
          <a:p>
            <a:pPr marL="0" indent="0" algn="r" rtl="1">
              <a:lnSpc>
                <a:spcPts val="1960"/>
              </a:lnSpc>
              <a:buNone/>
            </a:pPr>
            <a:r>
              <a:rPr lang="en-US" sz="1400" dirty="0">
                <a:solidFill>
                  <a:srgbClr val="B8A4FF"/>
                </a:solidFill>
                <a:latin typeface="IBM Plex Sans Arabic" pitchFamily="34" charset="0"/>
                <a:ea typeface="IBM Plex Sans Arabic" pitchFamily="34" charset="-122"/>
                <a:cs typeface="IBM Plex Sans Arabic" pitchFamily="34" charset="-120"/>
              </a:rPr>
              <a:t>هاكاثون الابتكار الصحي السابع · لجنة البروتوكول</a:t>
            </a:r>
            <a:endParaRPr lang="en-US" sz="1400" dirty="0"/>
          </a:p>
        </p:txBody>
      </p:sp>
      <p:sp>
        <p:nvSpPr>
          <p:cNvPr id="3" name="Text 1"/>
          <p:cNvSpPr>
            <a:spLocks noGrp="1"/>
          </p:cNvSpPr>
          <p:nvPr>
            <p:ph type="title"/>
          </p:nvPr>
        </p:nvSpPr>
        <p:spPr>
          <a:xfrm>
            <a:off x="495808" y="2182495"/>
            <a:ext cx="10883392" cy="958850"/>
          </a:xfrm>
          <a:prstGeom prst="rect">
            <a:avLst/>
          </a:prstGeom>
          <a:noFill/>
          <a:ln/>
        </p:spPr>
        <p:txBody>
          <a:bodyPr wrap="square" lIns="0" tIns="0" rIns="0" bIns="0" rtlCol="0" anchor="t">
            <a:normAutofit/>
          </a:bodyPr>
          <a:lstStyle/>
          <a:p>
            <a:pPr marL="0" indent="0" algn="r">
              <a:lnSpc>
                <a:spcPts val="7350"/>
              </a:lnSpc>
              <a:buNone/>
            </a:pPr>
            <a:r>
              <a:rPr lang="en-US" sz="7000" b="1" i="0" dirty="0">
                <a:solidFill>
                  <a:srgbClr val="F3F0FF"/>
                </a:solidFill>
                <a:latin typeface="IBM Plex Sans Arabic" pitchFamily="34" charset="0"/>
                <a:ea typeface="IBM Plex Sans Arabic" pitchFamily="34" charset="-122"/>
                <a:cs typeface="IBM Plex Sans Arabic" pitchFamily="34" charset="-120"/>
              </a:rPr>
              <a:t>EventOps AI</a:t>
            </a:r>
            <a:endParaRPr lang="en-US" sz="7000" dirty="0"/>
          </a:p>
        </p:txBody>
      </p:sp>
      <p:sp>
        <p:nvSpPr>
          <p:cNvPr id="4" name="Text 2"/>
          <p:cNvSpPr/>
          <p:nvPr/>
        </p:nvSpPr>
        <p:spPr>
          <a:xfrm>
            <a:off x="495808" y="3319145"/>
            <a:ext cx="10883392" cy="513080"/>
          </a:xfrm>
          <a:prstGeom prst="rect">
            <a:avLst/>
          </a:prstGeom>
          <a:noFill/>
          <a:ln/>
        </p:spPr>
        <p:txBody>
          <a:bodyPr wrap="square" lIns="0" tIns="0" rIns="0" bIns="0" rtlCol="0" anchor="t">
            <a:normAutofit/>
          </a:bodyPr>
          <a:lstStyle/>
          <a:p>
            <a:pPr marL="0" indent="0" algn="r" rtl="1">
              <a:lnSpc>
                <a:spcPts val="3840"/>
              </a:lnSpc>
              <a:buNone/>
            </a:pPr>
            <a:r>
              <a:rPr lang="en-US" sz="3200" dirty="0">
                <a:solidFill>
                  <a:srgbClr val="B8A4FF"/>
                </a:solidFill>
                <a:latin typeface="IBM Plex Sans Arabic" pitchFamily="34" charset="0"/>
                <a:ea typeface="IBM Plex Sans Arabic" pitchFamily="34" charset="-122"/>
                <a:cs typeface="IBM Plex Sans Arabic" pitchFamily="34" charset="-120"/>
              </a:rPr>
              <a:t>غرفة العمليات الذكية للهاكاثون</a:t>
            </a:r>
            <a:endParaRPr lang="en-US" sz="3200" dirty="0"/>
          </a:p>
        </p:txBody>
      </p:sp>
      <p:pic>
        <p:nvPicPr>
          <p:cNvPr id="5" name="Image 0" descr="line"/>
          <p:cNvPicPr>
            <a:picLocks noChangeAspect="1"/>
          </p:cNvPicPr>
          <p:nvPr/>
        </p:nvPicPr>
        <p:blipFill>
          <a:blip r:embed="rId3"/>
          <a:srcRect/>
          <a:stretch/>
        </p:blipFill>
        <p:spPr>
          <a:xfrm>
            <a:off x="812800" y="4010025"/>
            <a:ext cx="1524000" cy="25400"/>
          </a:xfrm>
          <a:prstGeom prst="rect">
            <a:avLst/>
          </a:prstGeom>
        </p:spPr>
      </p:pic>
      <p:sp>
        <p:nvSpPr>
          <p:cNvPr id="6" name="Text 3"/>
          <p:cNvSpPr/>
          <p:nvPr/>
        </p:nvSpPr>
        <p:spPr>
          <a:xfrm>
            <a:off x="584200" y="4238625"/>
            <a:ext cx="7848600" cy="711200"/>
          </a:xfrm>
          <a:prstGeom prst="rect">
            <a:avLst/>
          </a:prstGeom>
          <a:noFill/>
          <a:ln/>
        </p:spPr>
        <p:txBody>
          <a:bodyPr wrap="square" lIns="0" tIns="0" rIns="0" bIns="0" rtlCol="0" anchor="t">
            <a:normAutofit/>
          </a:bodyPr>
          <a:lstStyle/>
          <a:p>
            <a:pPr marL="0" indent="0" algn="r" rtl="1">
              <a:lnSpc>
                <a:spcPts val="2700"/>
              </a:lnSpc>
              <a:buNone/>
            </a:pPr>
            <a:r>
              <a:rPr lang="en-US" sz="1800" dirty="0">
                <a:solidFill>
                  <a:srgbClr val="C9C2F2"/>
                </a:solidFill>
                <a:latin typeface="IBM Plex Sans Arabic" pitchFamily="34" charset="0"/>
                <a:ea typeface="IBM Plex Sans Arabic" pitchFamily="34" charset="-122"/>
                <a:cs typeface="IBM Plex Sans Arabic" pitchFamily="34" charset="-120"/>
              </a:rPr>
              <a:t>منصة واحدة تربط الضيف وفريق الاستقبال واللجان المساندة والقيادة، بدل المكالمات ورسائل الواتساب المتفرقة.</a:t>
            </a:r>
            <a:endParaRPr lang="en-US" sz="1800" dirty="0"/>
          </a:p>
        </p:txBody>
      </p:sp>
      <p:sp>
        <p:nvSpPr>
          <p:cNvPr id="7" name="Text 4"/>
          <p:cNvSpPr/>
          <p:nvPr/>
        </p:nvSpPr>
        <p:spPr>
          <a:xfrm>
            <a:off x="670639" y="6238240"/>
            <a:ext cx="852964"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8F88C9"/>
                </a:solidFill>
                <a:latin typeface="IBM Plex Sans Arabic" pitchFamily="34" charset="0"/>
                <a:ea typeface="IBM Plex Sans Arabic" pitchFamily="34" charset="-122"/>
                <a:cs typeface="IBM Plex Sans Arabic" pitchFamily="34" charset="-120"/>
              </a:rPr>
              <a:t>أكتوبر 2026</a:t>
            </a:r>
            <a:endParaRPr lang="en-US" sz="1200" dirty="0"/>
          </a:p>
        </p:txBody>
      </p:sp>
      <p:sp>
        <p:nvSpPr>
          <p:cNvPr id="8" name="Text 5"/>
          <p:cNvSpPr/>
          <p:nvPr/>
        </p:nvSpPr>
        <p:spPr>
          <a:xfrm>
            <a:off x="9231027" y="6238240"/>
            <a:ext cx="2148173"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8F88C9"/>
                </a:solidFill>
                <a:latin typeface="IBM Plex Sans Arabic" pitchFamily="34" charset="0"/>
                <a:ea typeface="IBM Plex Sans Arabic" pitchFamily="34" charset="-122"/>
                <a:cs typeface="IBM Plex Sans Arabic" pitchFamily="34" charset="-120"/>
              </a:rPr>
              <a:t>نموذج أولي · بيانات تجريبية فقط</a:t>
            </a:r>
            <a:endParaRPr lang="en-US" sz="1200" dirty="0"/>
          </a:p>
        </p:txBody>
      </p:sp>
      <p:sp>
        <p:nvSpPr>
          <p:cNvPr id="10" name="Text 3">
            <a:extLst>
              <a:ext uri="{FF2B5EF4-FFF2-40B4-BE49-F238E27FC236}">
                <a16:creationId xmlns:a16="http://schemas.microsoft.com/office/drawing/2014/main" id="{9763E67E-6130-85AF-D699-22DB443525C7}"/>
              </a:ext>
            </a:extLst>
          </p:cNvPr>
          <p:cNvSpPr/>
          <p:nvPr/>
        </p:nvSpPr>
        <p:spPr>
          <a:xfrm>
            <a:off x="584200" y="5102225"/>
            <a:ext cx="7848600" cy="711200"/>
          </a:xfrm>
          <a:prstGeom prst="rect">
            <a:avLst/>
          </a:prstGeom>
          <a:noFill/>
          <a:ln/>
        </p:spPr>
        <p:txBody>
          <a:bodyPr wrap="square" lIns="0" tIns="0" rIns="0" bIns="0" rtlCol="0" anchor="t">
            <a:normAutofit/>
          </a:bodyPr>
          <a:lstStyle/>
          <a:p>
            <a:pPr marL="0" indent="0" algn="r" rtl="1">
              <a:lnSpc>
                <a:spcPts val="2700"/>
              </a:lnSpc>
              <a:buNone/>
            </a:pPr>
            <a:r>
              <a:rPr lang="ar-SA" dirty="0">
                <a:solidFill>
                  <a:srgbClr val="C9C2F2"/>
                </a:solidFill>
                <a:latin typeface="IBM Plex Sans Arabic" pitchFamily="34" charset="0"/>
                <a:ea typeface="IBM Plex Sans Arabic" pitchFamily="34" charset="-122"/>
              </a:rPr>
              <a:t>اعداد: سعد توفيق الناصر – </a:t>
            </a:r>
            <a:r>
              <a:rPr lang="en-US" dirty="0">
                <a:solidFill>
                  <a:srgbClr val="C9C2F2"/>
                </a:solidFill>
                <a:latin typeface="IBM Plex Sans Arabic" pitchFamily="34" charset="0"/>
                <a:ea typeface="IBM Plex Sans Arabic" pitchFamily="34" charset="-122"/>
              </a:rPr>
              <a:t>stsalnasser@gmail.com</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638"/>
        </a:solidFill>
        <a:effectLst/>
      </p:bgPr>
    </p:bg>
    <p:spTree>
      <p:nvGrpSpPr>
        <p:cNvPr id="1" name=""/>
        <p:cNvGrpSpPr/>
        <p:nvPr/>
      </p:nvGrpSpPr>
      <p:grpSpPr>
        <a:xfrm>
          <a:off x="0" y="0"/>
          <a:ext cx="0" cy="0"/>
          <a:chOff x="0" y="0"/>
          <a:chExt cx="0" cy="0"/>
        </a:xfrm>
      </p:grpSpPr>
      <p:sp>
        <p:nvSpPr>
          <p:cNvPr id="2" name="Text 0"/>
          <p:cNvSpPr/>
          <p:nvPr/>
        </p:nvSpPr>
        <p:spPr>
          <a:xfrm>
            <a:off x="495808" y="812800"/>
            <a:ext cx="10883392" cy="238760"/>
          </a:xfrm>
          <a:prstGeom prst="rect">
            <a:avLst/>
          </a:prstGeom>
          <a:noFill/>
          <a:ln/>
        </p:spPr>
        <p:txBody>
          <a:bodyPr wrap="square" lIns="0" tIns="0" rIns="0" bIns="0" rtlCol="0" anchor="t">
            <a:normAutofit/>
          </a:bodyPr>
          <a:lstStyle/>
          <a:p>
            <a:pPr marL="0" indent="0" algn="r" rtl="1">
              <a:lnSpc>
                <a:spcPts val="1680"/>
              </a:lnSpc>
              <a:buNone/>
            </a:pPr>
            <a:r>
              <a:rPr lang="en-US" sz="1200" dirty="0">
                <a:solidFill>
                  <a:srgbClr val="B8A4FF"/>
                </a:solidFill>
                <a:latin typeface="IBM Plex Sans Arabic" pitchFamily="34" charset="0"/>
                <a:ea typeface="IBM Plex Sans Arabic" pitchFamily="34" charset="-122"/>
                <a:cs typeface="IBM Plex Sans Arabic" pitchFamily="34" charset="-120"/>
              </a:rPr>
              <a:t>المشكلة وخط الأساس · الدقيقة 1</a:t>
            </a:r>
            <a:endParaRPr lang="en-US" sz="1200" dirty="0"/>
          </a:p>
        </p:txBody>
      </p:sp>
      <p:sp>
        <p:nvSpPr>
          <p:cNvPr id="3" name="Text 1"/>
          <p:cNvSpPr>
            <a:spLocks noGrp="1"/>
          </p:cNvSpPr>
          <p:nvPr>
            <p:ph type="title"/>
          </p:nvPr>
        </p:nvSpPr>
        <p:spPr>
          <a:xfrm>
            <a:off x="495808" y="1102360"/>
            <a:ext cx="10883392" cy="492760"/>
          </a:xfrm>
          <a:prstGeom prst="rect">
            <a:avLst/>
          </a:prstGeom>
          <a:noFill/>
          <a:ln/>
        </p:spPr>
        <p:txBody>
          <a:bodyPr wrap="square" lIns="0" tIns="0" rIns="0" bIns="0" rtlCol="0" anchor="t">
            <a:normAutofit/>
          </a:bodyPr>
          <a:lstStyle/>
          <a:p>
            <a:pPr marL="0" indent="0" algn="r" rtl="1">
              <a:lnSpc>
                <a:spcPts val="3680"/>
              </a:lnSpc>
              <a:buNone/>
            </a:pPr>
            <a:r>
              <a:rPr lang="en-US" sz="3200" b="1" i="0" dirty="0">
                <a:solidFill>
                  <a:srgbClr val="F3F0FF"/>
                </a:solidFill>
                <a:latin typeface="IBM Plex Sans Arabic" pitchFamily="34" charset="0"/>
                <a:ea typeface="IBM Plex Sans Arabic" pitchFamily="34" charset="-122"/>
                <a:cs typeface="IBM Plex Sans Arabic" pitchFamily="34" charset="-120"/>
              </a:rPr>
              <a:t>الاستقبال اليوم: شخص واحد وأربع قنوات</a:t>
            </a:r>
            <a:endParaRPr lang="en-US" sz="3200" dirty="0"/>
          </a:p>
        </p:txBody>
      </p:sp>
      <p:sp>
        <p:nvSpPr>
          <p:cNvPr id="4" name="Shape 2"/>
          <p:cNvSpPr/>
          <p:nvPr/>
        </p:nvSpPr>
        <p:spPr>
          <a:xfrm>
            <a:off x="815975" y="1877695"/>
            <a:ext cx="2025650" cy="1146810"/>
          </a:xfrm>
          <a:prstGeom prst="roundRect">
            <a:avLst>
              <a:gd name="adj" fmla="val 8583"/>
            </a:avLst>
          </a:prstGeom>
          <a:solidFill>
            <a:srgbClr val="120C6E"/>
          </a:solidFill>
          <a:ln w="6350">
            <a:solidFill>
              <a:srgbClr val="2E2690"/>
            </a:solidFill>
            <a:prstDash val="solid"/>
          </a:ln>
        </p:spPr>
        <p:txBody>
          <a:bodyPr/>
          <a:lstStyle/>
          <a:p>
            <a:pPr algn="r" rtl="1"/>
            <a:endParaRPr lang="en-US"/>
          </a:p>
        </p:txBody>
      </p:sp>
      <p:sp>
        <p:nvSpPr>
          <p:cNvPr id="5" name="Text 3"/>
          <p:cNvSpPr/>
          <p:nvPr/>
        </p:nvSpPr>
        <p:spPr>
          <a:xfrm>
            <a:off x="944880" y="2057400"/>
            <a:ext cx="1717040" cy="238760"/>
          </a:xfrm>
          <a:prstGeom prst="rect">
            <a:avLst/>
          </a:prstGeom>
          <a:noFill/>
          <a:ln/>
        </p:spPr>
        <p:txBody>
          <a:bodyPr wrap="square" lIns="0" tIns="0" rIns="0" bIns="0" rtlCol="0" anchor="t">
            <a:normAutofit/>
          </a:bodyPr>
          <a:lstStyle/>
          <a:p>
            <a:pPr marL="0" indent="0" algn="r" rtl="1">
              <a:lnSpc>
                <a:spcPts val="1680"/>
              </a:lnSpc>
              <a:buNone/>
            </a:pPr>
            <a:r>
              <a:rPr lang="en-US" sz="1200" b="1" dirty="0">
                <a:solidFill>
                  <a:srgbClr val="B8A4FF"/>
                </a:solidFill>
                <a:latin typeface="IBM Plex Sans Arabic" pitchFamily="34" charset="0"/>
                <a:ea typeface="IBM Plex Sans Arabic" pitchFamily="34" charset="-122"/>
                <a:cs typeface="IBM Plex Sans Arabic" pitchFamily="34" charset="-120"/>
              </a:rPr>
              <a:t>5</a:t>
            </a:r>
            <a:endParaRPr lang="en-US" sz="1200" dirty="0"/>
          </a:p>
        </p:txBody>
      </p:sp>
      <p:sp>
        <p:nvSpPr>
          <p:cNvPr id="6" name="Text 4"/>
          <p:cNvSpPr/>
          <p:nvPr/>
        </p:nvSpPr>
        <p:spPr>
          <a:xfrm>
            <a:off x="944880" y="2346960"/>
            <a:ext cx="1717040" cy="523240"/>
          </a:xfrm>
          <a:prstGeom prst="rect">
            <a:avLst/>
          </a:prstGeom>
          <a:noFill/>
          <a:ln/>
        </p:spPr>
        <p:txBody>
          <a:bodyPr wrap="square" lIns="0" tIns="0" rIns="0" bIns="0" rtlCol="0" anchor="t">
            <a:normAutofit/>
          </a:bodyPr>
          <a:lstStyle/>
          <a:p>
            <a:pPr marL="0" indent="0" algn="r" rtl="1">
              <a:lnSpc>
                <a:spcPts val="1960"/>
              </a:lnSpc>
              <a:buNone/>
            </a:pPr>
            <a:r>
              <a:rPr lang="en-US" sz="1400" dirty="0">
                <a:solidFill>
                  <a:srgbClr val="F3F0FF"/>
                </a:solidFill>
                <a:latin typeface="IBM Plex Sans Arabic" pitchFamily="34" charset="0"/>
                <a:ea typeface="IBM Plex Sans Arabic" pitchFamily="34" charset="-122"/>
                <a:cs typeface="IBM Plex Sans Arabic" pitchFamily="34" charset="-120"/>
              </a:rPr>
              <a:t>البحث عن الضيف ثم مرافقته</a:t>
            </a:r>
            <a:endParaRPr lang="en-US" sz="1400" dirty="0"/>
          </a:p>
        </p:txBody>
      </p:sp>
      <p:sp>
        <p:nvSpPr>
          <p:cNvPr id="7" name="Shape 5"/>
          <p:cNvSpPr/>
          <p:nvPr/>
        </p:nvSpPr>
        <p:spPr>
          <a:xfrm>
            <a:off x="2949575" y="1877695"/>
            <a:ext cx="2025650" cy="1146810"/>
          </a:xfrm>
          <a:prstGeom prst="roundRect">
            <a:avLst>
              <a:gd name="adj" fmla="val 8583"/>
            </a:avLst>
          </a:prstGeom>
          <a:solidFill>
            <a:srgbClr val="120C6E"/>
          </a:solidFill>
          <a:ln w="6350">
            <a:solidFill>
              <a:srgbClr val="2E2690"/>
            </a:solidFill>
            <a:prstDash val="solid"/>
          </a:ln>
        </p:spPr>
        <p:txBody>
          <a:bodyPr/>
          <a:lstStyle/>
          <a:p>
            <a:pPr algn="r" rtl="1"/>
            <a:endParaRPr lang="en-US"/>
          </a:p>
        </p:txBody>
      </p:sp>
      <p:sp>
        <p:nvSpPr>
          <p:cNvPr id="8" name="Text 6"/>
          <p:cNvSpPr/>
          <p:nvPr/>
        </p:nvSpPr>
        <p:spPr>
          <a:xfrm>
            <a:off x="3078480" y="2057400"/>
            <a:ext cx="1717040" cy="238760"/>
          </a:xfrm>
          <a:prstGeom prst="rect">
            <a:avLst/>
          </a:prstGeom>
          <a:noFill/>
          <a:ln/>
        </p:spPr>
        <p:txBody>
          <a:bodyPr wrap="square" lIns="0" tIns="0" rIns="0" bIns="0" rtlCol="0" anchor="t">
            <a:normAutofit/>
          </a:bodyPr>
          <a:lstStyle/>
          <a:p>
            <a:pPr marL="0" indent="0" algn="r" rtl="1">
              <a:lnSpc>
                <a:spcPts val="1680"/>
              </a:lnSpc>
              <a:buNone/>
            </a:pPr>
            <a:r>
              <a:rPr lang="en-US" sz="1200" b="1" dirty="0">
                <a:solidFill>
                  <a:srgbClr val="B8A4FF"/>
                </a:solidFill>
                <a:latin typeface="IBM Plex Sans Arabic" pitchFamily="34" charset="0"/>
                <a:ea typeface="IBM Plex Sans Arabic" pitchFamily="34" charset="-122"/>
                <a:cs typeface="IBM Plex Sans Arabic" pitchFamily="34" charset="-120"/>
              </a:rPr>
              <a:t>4</a:t>
            </a:r>
            <a:endParaRPr lang="en-US" sz="1200" dirty="0"/>
          </a:p>
        </p:txBody>
      </p:sp>
      <p:sp>
        <p:nvSpPr>
          <p:cNvPr id="9" name="Text 7"/>
          <p:cNvSpPr/>
          <p:nvPr/>
        </p:nvSpPr>
        <p:spPr>
          <a:xfrm>
            <a:off x="3078480" y="2346960"/>
            <a:ext cx="1717040" cy="523240"/>
          </a:xfrm>
          <a:prstGeom prst="rect">
            <a:avLst/>
          </a:prstGeom>
          <a:noFill/>
          <a:ln/>
        </p:spPr>
        <p:txBody>
          <a:bodyPr wrap="square" lIns="0" tIns="0" rIns="0" bIns="0" rtlCol="0" anchor="t">
            <a:normAutofit/>
          </a:bodyPr>
          <a:lstStyle/>
          <a:p>
            <a:pPr marL="0" indent="0" algn="r" rtl="1">
              <a:lnSpc>
                <a:spcPts val="1960"/>
              </a:lnSpc>
              <a:buNone/>
            </a:pPr>
            <a:r>
              <a:rPr lang="en-US" sz="1400" dirty="0">
                <a:solidFill>
                  <a:srgbClr val="F3F0FF"/>
                </a:solidFill>
                <a:latin typeface="IBM Plex Sans Arabic" pitchFamily="34" charset="0"/>
                <a:ea typeface="IBM Plex Sans Arabic" pitchFamily="34" charset="-122"/>
                <a:cs typeface="IBM Plex Sans Arabic" pitchFamily="34" charset="-120"/>
              </a:rPr>
              <a:t>واتساب: «وصلت، وينك؟»</a:t>
            </a:r>
            <a:endParaRPr lang="en-US" sz="1400" dirty="0"/>
          </a:p>
        </p:txBody>
      </p:sp>
      <p:sp>
        <p:nvSpPr>
          <p:cNvPr id="10" name="Shape 8"/>
          <p:cNvSpPr/>
          <p:nvPr/>
        </p:nvSpPr>
        <p:spPr>
          <a:xfrm>
            <a:off x="5083175" y="1877695"/>
            <a:ext cx="2025650" cy="1146810"/>
          </a:xfrm>
          <a:prstGeom prst="roundRect">
            <a:avLst>
              <a:gd name="adj" fmla="val 8583"/>
            </a:avLst>
          </a:prstGeom>
          <a:solidFill>
            <a:srgbClr val="120C6E"/>
          </a:solidFill>
          <a:ln w="6350">
            <a:solidFill>
              <a:srgbClr val="2E2690"/>
            </a:solidFill>
            <a:prstDash val="solid"/>
          </a:ln>
        </p:spPr>
        <p:txBody>
          <a:bodyPr/>
          <a:lstStyle/>
          <a:p>
            <a:pPr algn="r" rtl="1"/>
            <a:endParaRPr lang="en-US"/>
          </a:p>
        </p:txBody>
      </p:sp>
      <p:sp>
        <p:nvSpPr>
          <p:cNvPr id="11" name="Text 9"/>
          <p:cNvSpPr/>
          <p:nvPr/>
        </p:nvSpPr>
        <p:spPr>
          <a:xfrm>
            <a:off x="5212080" y="2057400"/>
            <a:ext cx="1717040" cy="238760"/>
          </a:xfrm>
          <a:prstGeom prst="rect">
            <a:avLst/>
          </a:prstGeom>
          <a:noFill/>
          <a:ln/>
        </p:spPr>
        <p:txBody>
          <a:bodyPr wrap="square" lIns="0" tIns="0" rIns="0" bIns="0" rtlCol="0" anchor="t">
            <a:normAutofit/>
          </a:bodyPr>
          <a:lstStyle/>
          <a:p>
            <a:pPr marL="0" indent="0" algn="r" rtl="1">
              <a:lnSpc>
                <a:spcPts val="1680"/>
              </a:lnSpc>
              <a:buNone/>
            </a:pPr>
            <a:r>
              <a:rPr lang="en-US" sz="1200" b="1" dirty="0">
                <a:solidFill>
                  <a:srgbClr val="B8A4FF"/>
                </a:solidFill>
                <a:latin typeface="IBM Plex Sans Arabic" pitchFamily="34" charset="0"/>
                <a:ea typeface="IBM Plex Sans Arabic" pitchFamily="34" charset="-122"/>
                <a:cs typeface="IBM Plex Sans Arabic" pitchFamily="34" charset="-120"/>
              </a:rPr>
              <a:t>3</a:t>
            </a:r>
            <a:endParaRPr lang="en-US" sz="1200" dirty="0"/>
          </a:p>
        </p:txBody>
      </p:sp>
      <p:sp>
        <p:nvSpPr>
          <p:cNvPr id="12" name="Text 10"/>
          <p:cNvSpPr/>
          <p:nvPr/>
        </p:nvSpPr>
        <p:spPr>
          <a:xfrm>
            <a:off x="5212080" y="2346960"/>
            <a:ext cx="1717040" cy="274320"/>
          </a:xfrm>
          <a:prstGeom prst="rect">
            <a:avLst/>
          </a:prstGeom>
          <a:noFill/>
          <a:ln/>
        </p:spPr>
        <p:txBody>
          <a:bodyPr wrap="square" lIns="0" tIns="0" rIns="0" bIns="0" rtlCol="0" anchor="t">
            <a:normAutofit/>
          </a:bodyPr>
          <a:lstStyle/>
          <a:p>
            <a:pPr marL="0" indent="0" algn="r" rtl="1">
              <a:lnSpc>
                <a:spcPts val="1960"/>
              </a:lnSpc>
              <a:buNone/>
            </a:pPr>
            <a:r>
              <a:rPr lang="en-US" sz="1400" dirty="0">
                <a:solidFill>
                  <a:srgbClr val="F3F0FF"/>
                </a:solidFill>
                <a:latin typeface="IBM Plex Sans Arabic" pitchFamily="34" charset="0"/>
                <a:ea typeface="IBM Plex Sans Arabic" pitchFamily="34" charset="-122"/>
                <a:cs typeface="IBM Plex Sans Arabic" pitchFamily="34" charset="-120"/>
              </a:rPr>
              <a:t>مكالمة ثانية عند الاقتراب</a:t>
            </a:r>
            <a:endParaRPr lang="en-US" sz="1400" dirty="0"/>
          </a:p>
        </p:txBody>
      </p:sp>
      <p:sp>
        <p:nvSpPr>
          <p:cNvPr id="13" name="Shape 11"/>
          <p:cNvSpPr/>
          <p:nvPr/>
        </p:nvSpPr>
        <p:spPr>
          <a:xfrm>
            <a:off x="7216775" y="1877695"/>
            <a:ext cx="2025650" cy="1146810"/>
          </a:xfrm>
          <a:prstGeom prst="roundRect">
            <a:avLst>
              <a:gd name="adj" fmla="val 8583"/>
            </a:avLst>
          </a:prstGeom>
          <a:solidFill>
            <a:srgbClr val="120C6E"/>
          </a:solidFill>
          <a:ln w="6350">
            <a:solidFill>
              <a:srgbClr val="2E2690"/>
            </a:solidFill>
            <a:prstDash val="solid"/>
          </a:ln>
        </p:spPr>
        <p:txBody>
          <a:bodyPr/>
          <a:lstStyle/>
          <a:p>
            <a:pPr algn="r" rtl="1"/>
            <a:endParaRPr lang="en-US"/>
          </a:p>
        </p:txBody>
      </p:sp>
      <p:sp>
        <p:nvSpPr>
          <p:cNvPr id="14" name="Text 12"/>
          <p:cNvSpPr/>
          <p:nvPr/>
        </p:nvSpPr>
        <p:spPr>
          <a:xfrm>
            <a:off x="7345680" y="2057400"/>
            <a:ext cx="1717040" cy="238760"/>
          </a:xfrm>
          <a:prstGeom prst="rect">
            <a:avLst/>
          </a:prstGeom>
          <a:noFill/>
          <a:ln/>
        </p:spPr>
        <p:txBody>
          <a:bodyPr wrap="square" lIns="0" tIns="0" rIns="0" bIns="0" rtlCol="0" anchor="t">
            <a:normAutofit/>
          </a:bodyPr>
          <a:lstStyle/>
          <a:p>
            <a:pPr marL="0" indent="0" algn="r" rtl="1">
              <a:lnSpc>
                <a:spcPts val="1680"/>
              </a:lnSpc>
              <a:buNone/>
            </a:pPr>
            <a:r>
              <a:rPr lang="en-US" sz="1200" b="1" dirty="0">
                <a:solidFill>
                  <a:srgbClr val="B8A4FF"/>
                </a:solidFill>
                <a:latin typeface="IBM Plex Sans Arabic" pitchFamily="34" charset="0"/>
                <a:ea typeface="IBM Plex Sans Arabic" pitchFamily="34" charset="-122"/>
                <a:cs typeface="IBM Plex Sans Arabic" pitchFamily="34" charset="-120"/>
              </a:rPr>
              <a:t>2</a:t>
            </a:r>
            <a:endParaRPr lang="en-US" sz="1200" dirty="0"/>
          </a:p>
        </p:txBody>
      </p:sp>
      <p:sp>
        <p:nvSpPr>
          <p:cNvPr id="15" name="Text 13"/>
          <p:cNvSpPr/>
          <p:nvPr/>
        </p:nvSpPr>
        <p:spPr>
          <a:xfrm>
            <a:off x="7345680" y="2346960"/>
            <a:ext cx="1717040" cy="523240"/>
          </a:xfrm>
          <a:prstGeom prst="rect">
            <a:avLst/>
          </a:prstGeom>
          <a:noFill/>
          <a:ln/>
        </p:spPr>
        <p:txBody>
          <a:bodyPr wrap="square" lIns="0" tIns="0" rIns="0" bIns="0" rtlCol="0" anchor="t">
            <a:normAutofit/>
          </a:bodyPr>
          <a:lstStyle/>
          <a:p>
            <a:pPr marL="0" indent="0" algn="r" rtl="1">
              <a:lnSpc>
                <a:spcPts val="1960"/>
              </a:lnSpc>
              <a:buNone/>
            </a:pPr>
            <a:r>
              <a:rPr lang="en-US" sz="1400" dirty="0">
                <a:solidFill>
                  <a:srgbClr val="F3F0FF"/>
                </a:solidFill>
                <a:latin typeface="IBM Plex Sans Arabic" pitchFamily="34" charset="0"/>
                <a:ea typeface="IBM Plex Sans Arabic" pitchFamily="34" charset="-122"/>
                <a:cs typeface="IBM Plex Sans Arabic" pitchFamily="34" charset="-120"/>
              </a:rPr>
              <a:t>«اتصل بي أو راسلني إذا قربت»</a:t>
            </a:r>
            <a:endParaRPr lang="en-US" sz="1400" dirty="0"/>
          </a:p>
        </p:txBody>
      </p:sp>
      <p:sp>
        <p:nvSpPr>
          <p:cNvPr id="16" name="Shape 14"/>
          <p:cNvSpPr/>
          <p:nvPr/>
        </p:nvSpPr>
        <p:spPr>
          <a:xfrm>
            <a:off x="9350375" y="1877695"/>
            <a:ext cx="2025650" cy="1146810"/>
          </a:xfrm>
          <a:prstGeom prst="roundRect">
            <a:avLst>
              <a:gd name="adj" fmla="val 8583"/>
            </a:avLst>
          </a:prstGeom>
          <a:solidFill>
            <a:srgbClr val="120C6E"/>
          </a:solidFill>
          <a:ln w="6350">
            <a:solidFill>
              <a:srgbClr val="2E2690"/>
            </a:solidFill>
            <a:prstDash val="solid"/>
          </a:ln>
        </p:spPr>
        <p:txBody>
          <a:bodyPr/>
          <a:lstStyle/>
          <a:p>
            <a:pPr algn="r" rtl="1"/>
            <a:endParaRPr lang="en-US"/>
          </a:p>
        </p:txBody>
      </p:sp>
      <p:sp>
        <p:nvSpPr>
          <p:cNvPr id="17" name="Text 15"/>
          <p:cNvSpPr/>
          <p:nvPr/>
        </p:nvSpPr>
        <p:spPr>
          <a:xfrm>
            <a:off x="9479280" y="2057400"/>
            <a:ext cx="1717040" cy="238760"/>
          </a:xfrm>
          <a:prstGeom prst="rect">
            <a:avLst/>
          </a:prstGeom>
          <a:noFill/>
          <a:ln/>
        </p:spPr>
        <p:txBody>
          <a:bodyPr wrap="square" lIns="0" tIns="0" rIns="0" bIns="0" rtlCol="0" anchor="t">
            <a:normAutofit/>
          </a:bodyPr>
          <a:lstStyle/>
          <a:p>
            <a:pPr marL="0" indent="0" algn="r" rtl="1">
              <a:lnSpc>
                <a:spcPts val="1680"/>
              </a:lnSpc>
              <a:buNone/>
            </a:pPr>
            <a:r>
              <a:rPr lang="en-US" sz="1200" b="1" dirty="0">
                <a:solidFill>
                  <a:srgbClr val="B8A4FF"/>
                </a:solidFill>
                <a:latin typeface="IBM Plex Sans Arabic" pitchFamily="34" charset="0"/>
                <a:ea typeface="IBM Plex Sans Arabic" pitchFamily="34" charset="-122"/>
                <a:cs typeface="IBM Plex Sans Arabic" pitchFamily="34" charset="-120"/>
              </a:rPr>
              <a:t>1</a:t>
            </a:r>
            <a:endParaRPr lang="en-US" sz="1200" dirty="0"/>
          </a:p>
        </p:txBody>
      </p:sp>
      <p:sp>
        <p:nvSpPr>
          <p:cNvPr id="18" name="Text 16"/>
          <p:cNvSpPr/>
          <p:nvPr/>
        </p:nvSpPr>
        <p:spPr>
          <a:xfrm>
            <a:off x="9479280" y="2346960"/>
            <a:ext cx="1717040" cy="523240"/>
          </a:xfrm>
          <a:prstGeom prst="rect">
            <a:avLst/>
          </a:prstGeom>
          <a:noFill/>
          <a:ln/>
        </p:spPr>
        <p:txBody>
          <a:bodyPr wrap="square" lIns="0" tIns="0" rIns="0" bIns="0" rtlCol="0" anchor="t">
            <a:normAutofit/>
          </a:bodyPr>
          <a:lstStyle/>
          <a:p>
            <a:pPr marL="0" indent="0" algn="r" rtl="1">
              <a:lnSpc>
                <a:spcPts val="1960"/>
              </a:lnSpc>
              <a:buNone/>
            </a:pPr>
            <a:r>
              <a:rPr lang="en-US" sz="1400" dirty="0">
                <a:solidFill>
                  <a:srgbClr val="F3F0FF"/>
                </a:solidFill>
                <a:latin typeface="IBM Plex Sans Arabic" pitchFamily="34" charset="0"/>
                <a:ea typeface="IBM Plex Sans Arabic" pitchFamily="34" charset="-122"/>
                <a:cs typeface="IBM Plex Sans Arabic" pitchFamily="34" charset="-120"/>
              </a:rPr>
              <a:t>اتصال هاتفي للتنسيق مع الضيف</a:t>
            </a:r>
            <a:endParaRPr lang="en-US" sz="1400" dirty="0"/>
          </a:p>
        </p:txBody>
      </p:sp>
      <p:sp>
        <p:nvSpPr>
          <p:cNvPr id="19" name="Shape 17"/>
          <p:cNvSpPr/>
          <p:nvPr/>
        </p:nvSpPr>
        <p:spPr>
          <a:xfrm>
            <a:off x="812800" y="3345180"/>
            <a:ext cx="3386614" cy="0"/>
          </a:xfrm>
          <a:prstGeom prst="line">
            <a:avLst/>
          </a:prstGeom>
          <a:noFill/>
          <a:ln w="25400">
            <a:solidFill>
              <a:srgbClr val="FF5470"/>
            </a:solidFill>
            <a:prstDash val="solid"/>
          </a:ln>
        </p:spPr>
        <p:txBody>
          <a:bodyPr/>
          <a:lstStyle/>
          <a:p>
            <a:pPr algn="r" rtl="1"/>
            <a:endParaRPr lang="en-US"/>
          </a:p>
        </p:txBody>
      </p:sp>
      <p:sp>
        <p:nvSpPr>
          <p:cNvPr id="20" name="Text 18"/>
          <p:cNvSpPr/>
          <p:nvPr/>
        </p:nvSpPr>
        <p:spPr>
          <a:xfrm>
            <a:off x="711202" y="3510280"/>
            <a:ext cx="3488212" cy="238760"/>
          </a:xfrm>
          <a:prstGeom prst="rect">
            <a:avLst/>
          </a:prstGeom>
          <a:noFill/>
          <a:ln/>
        </p:spPr>
        <p:txBody>
          <a:bodyPr wrap="square" lIns="0" tIns="0" rIns="0" bIns="0" rtlCol="0" anchor="t">
            <a:normAutofit/>
          </a:bodyPr>
          <a:lstStyle/>
          <a:p>
            <a:pPr marL="0" indent="0" algn="r" rtl="1">
              <a:lnSpc>
                <a:spcPts val="1680"/>
              </a:lnSpc>
              <a:buNone/>
            </a:pPr>
            <a:r>
              <a:rPr lang="en-US" sz="1200" dirty="0">
                <a:solidFill>
                  <a:srgbClr val="C9C2F2"/>
                </a:solidFill>
                <a:latin typeface="IBM Plex Sans Arabic" pitchFamily="34" charset="0"/>
                <a:ea typeface="IBM Plex Sans Arabic" pitchFamily="34" charset="-122"/>
                <a:cs typeface="IBM Plex Sans Arabic" pitchFamily="34" charset="-120"/>
              </a:rPr>
              <a:t>أين القادة؟</a:t>
            </a:r>
            <a:endParaRPr lang="en-US" sz="1200" dirty="0"/>
          </a:p>
        </p:txBody>
      </p:sp>
      <p:sp>
        <p:nvSpPr>
          <p:cNvPr id="21" name="Text 19"/>
          <p:cNvSpPr/>
          <p:nvPr/>
        </p:nvSpPr>
        <p:spPr>
          <a:xfrm>
            <a:off x="711202" y="3799840"/>
            <a:ext cx="3488212" cy="619760"/>
          </a:xfrm>
          <a:prstGeom prst="rect">
            <a:avLst/>
          </a:prstGeom>
          <a:noFill/>
          <a:ln/>
        </p:spPr>
        <p:txBody>
          <a:bodyPr wrap="square" lIns="0" tIns="0" rIns="0" bIns="0" rtlCol="0" anchor="t">
            <a:normAutofit/>
          </a:bodyPr>
          <a:lstStyle/>
          <a:p>
            <a:pPr marL="0" indent="0" algn="r" rtl="1">
              <a:lnSpc>
                <a:spcPts val="2340"/>
              </a:lnSpc>
              <a:buNone/>
            </a:pPr>
            <a:r>
              <a:rPr lang="en-US" sz="1800" b="1" dirty="0">
                <a:solidFill>
                  <a:srgbClr val="F3F0FF"/>
                </a:solidFill>
                <a:latin typeface="IBM Plex Sans Arabic" pitchFamily="34" charset="0"/>
                <a:ea typeface="IBM Plex Sans Arabic" pitchFamily="34" charset="-122"/>
                <a:cs typeface="IBM Plex Sans Arabic" pitchFamily="34" charset="-120"/>
              </a:rPr>
              <a:t>لا يعلمون بالتأخير إلا إذا اتصل بهم أحد</a:t>
            </a:r>
            <a:endParaRPr lang="en-US" sz="1800" dirty="0"/>
          </a:p>
        </p:txBody>
      </p:sp>
      <p:sp>
        <p:nvSpPr>
          <p:cNvPr id="22" name="Shape 20"/>
          <p:cNvSpPr/>
          <p:nvPr/>
        </p:nvSpPr>
        <p:spPr>
          <a:xfrm>
            <a:off x="4402614" y="3345180"/>
            <a:ext cx="3386693" cy="0"/>
          </a:xfrm>
          <a:prstGeom prst="line">
            <a:avLst/>
          </a:prstGeom>
          <a:noFill/>
          <a:ln w="25400">
            <a:solidFill>
              <a:srgbClr val="6B3BFF"/>
            </a:solidFill>
            <a:prstDash val="solid"/>
          </a:ln>
        </p:spPr>
        <p:txBody>
          <a:bodyPr/>
          <a:lstStyle/>
          <a:p>
            <a:pPr algn="r" rtl="1"/>
            <a:endParaRPr lang="en-US"/>
          </a:p>
        </p:txBody>
      </p:sp>
      <p:sp>
        <p:nvSpPr>
          <p:cNvPr id="23" name="Text 21"/>
          <p:cNvSpPr/>
          <p:nvPr/>
        </p:nvSpPr>
        <p:spPr>
          <a:xfrm>
            <a:off x="4301013" y="3510280"/>
            <a:ext cx="3488294" cy="238760"/>
          </a:xfrm>
          <a:prstGeom prst="rect">
            <a:avLst/>
          </a:prstGeom>
          <a:noFill/>
          <a:ln/>
        </p:spPr>
        <p:txBody>
          <a:bodyPr wrap="square" lIns="0" tIns="0" rIns="0" bIns="0" rtlCol="0" anchor="t">
            <a:normAutofit/>
          </a:bodyPr>
          <a:lstStyle/>
          <a:p>
            <a:pPr marL="0" indent="0" algn="r" rtl="1">
              <a:lnSpc>
                <a:spcPts val="1680"/>
              </a:lnSpc>
              <a:buNone/>
            </a:pPr>
            <a:r>
              <a:rPr lang="en-US" sz="1200" dirty="0">
                <a:solidFill>
                  <a:srgbClr val="C9C2F2"/>
                </a:solidFill>
                <a:latin typeface="IBM Plex Sans Arabic" pitchFamily="34" charset="0"/>
                <a:ea typeface="IBM Plex Sans Arabic" pitchFamily="34" charset="-122"/>
                <a:cs typeface="IBM Plex Sans Arabic" pitchFamily="34" charset="-120"/>
              </a:rPr>
              <a:t>كم مرة</a:t>
            </a:r>
            <a:endParaRPr lang="en-US" sz="1200" dirty="0"/>
          </a:p>
        </p:txBody>
      </p:sp>
      <p:sp>
        <p:nvSpPr>
          <p:cNvPr id="24" name="Text 22"/>
          <p:cNvSpPr/>
          <p:nvPr/>
        </p:nvSpPr>
        <p:spPr>
          <a:xfrm>
            <a:off x="4301013" y="3799840"/>
            <a:ext cx="3488294" cy="322580"/>
          </a:xfrm>
          <a:prstGeom prst="rect">
            <a:avLst/>
          </a:prstGeom>
          <a:noFill/>
          <a:ln/>
        </p:spPr>
        <p:txBody>
          <a:bodyPr wrap="square" lIns="0" tIns="0" rIns="0" bIns="0" rtlCol="0" anchor="t">
            <a:normAutofit/>
          </a:bodyPr>
          <a:lstStyle/>
          <a:p>
            <a:pPr marL="0" indent="0" algn="r" rtl="1">
              <a:lnSpc>
                <a:spcPts val="2340"/>
              </a:lnSpc>
              <a:buNone/>
            </a:pPr>
            <a:r>
              <a:rPr lang="en-US" sz="1800" b="1" dirty="0">
                <a:solidFill>
                  <a:srgbClr val="F3F0FF"/>
                </a:solidFill>
                <a:latin typeface="IBM Plex Sans Arabic" pitchFamily="34" charset="0"/>
                <a:ea typeface="IBM Plex Sans Arabic" pitchFamily="34" charset="-122"/>
                <a:cs typeface="IBM Plex Sans Arabic" pitchFamily="34" charset="-120"/>
              </a:rPr>
              <a:t>40 ضيفًا في كل يوم فعالية</a:t>
            </a:r>
            <a:endParaRPr lang="en-US" sz="1800" dirty="0"/>
          </a:p>
        </p:txBody>
      </p:sp>
      <p:sp>
        <p:nvSpPr>
          <p:cNvPr id="25" name="Shape 23"/>
          <p:cNvSpPr/>
          <p:nvPr/>
        </p:nvSpPr>
        <p:spPr>
          <a:xfrm>
            <a:off x="7992507" y="3345180"/>
            <a:ext cx="3386693" cy="0"/>
          </a:xfrm>
          <a:prstGeom prst="line">
            <a:avLst/>
          </a:prstGeom>
          <a:noFill/>
          <a:ln w="25400">
            <a:solidFill>
              <a:srgbClr val="6B3BFF"/>
            </a:solidFill>
            <a:prstDash val="solid"/>
          </a:ln>
        </p:spPr>
        <p:txBody>
          <a:bodyPr/>
          <a:lstStyle/>
          <a:p>
            <a:pPr algn="r" rtl="1"/>
            <a:endParaRPr lang="en-US"/>
          </a:p>
        </p:txBody>
      </p:sp>
      <p:sp>
        <p:nvSpPr>
          <p:cNvPr id="26" name="Text 24"/>
          <p:cNvSpPr/>
          <p:nvPr/>
        </p:nvSpPr>
        <p:spPr>
          <a:xfrm>
            <a:off x="7890906" y="3510280"/>
            <a:ext cx="3488294" cy="238760"/>
          </a:xfrm>
          <a:prstGeom prst="rect">
            <a:avLst/>
          </a:prstGeom>
          <a:noFill/>
          <a:ln/>
        </p:spPr>
        <p:txBody>
          <a:bodyPr wrap="square" lIns="0" tIns="0" rIns="0" bIns="0" rtlCol="0" anchor="t">
            <a:normAutofit/>
          </a:bodyPr>
          <a:lstStyle/>
          <a:p>
            <a:pPr marL="0" indent="0" algn="r" rtl="1">
              <a:lnSpc>
                <a:spcPts val="1680"/>
              </a:lnSpc>
              <a:buNone/>
            </a:pPr>
            <a:r>
              <a:rPr lang="en-US" sz="1200" dirty="0">
                <a:solidFill>
                  <a:srgbClr val="C9C2F2"/>
                </a:solidFill>
                <a:latin typeface="IBM Plex Sans Arabic" pitchFamily="34" charset="0"/>
                <a:ea typeface="IBM Plex Sans Arabic" pitchFamily="34" charset="-122"/>
                <a:cs typeface="IBM Plex Sans Arabic" pitchFamily="34" charset="-120"/>
              </a:rPr>
              <a:t>من يؤدي المهمة</a:t>
            </a:r>
            <a:endParaRPr lang="en-US" sz="1200" dirty="0"/>
          </a:p>
        </p:txBody>
      </p:sp>
      <p:sp>
        <p:nvSpPr>
          <p:cNvPr id="27" name="Text 25"/>
          <p:cNvSpPr/>
          <p:nvPr/>
        </p:nvSpPr>
        <p:spPr>
          <a:xfrm>
            <a:off x="7890906" y="3799840"/>
            <a:ext cx="3488294" cy="619760"/>
          </a:xfrm>
          <a:prstGeom prst="rect">
            <a:avLst/>
          </a:prstGeom>
          <a:noFill/>
          <a:ln/>
        </p:spPr>
        <p:txBody>
          <a:bodyPr wrap="square" lIns="0" tIns="0" rIns="0" bIns="0" rtlCol="0" anchor="t">
            <a:normAutofit/>
          </a:bodyPr>
          <a:lstStyle/>
          <a:p>
            <a:pPr marL="0" indent="0" algn="r" rtl="1">
              <a:lnSpc>
                <a:spcPts val="2340"/>
              </a:lnSpc>
              <a:buNone/>
            </a:pPr>
            <a:r>
              <a:rPr lang="en-US" sz="1800" b="1" dirty="0">
                <a:solidFill>
                  <a:srgbClr val="F3F0FF"/>
                </a:solidFill>
                <a:latin typeface="IBM Plex Sans Arabic" pitchFamily="34" charset="0"/>
                <a:ea typeface="IBM Plex Sans Arabic" pitchFamily="34" charset="-122"/>
                <a:cs typeface="IBM Plex Sans Arabic" pitchFamily="34" charset="-120"/>
              </a:rPr>
              <a:t>عضو الاستقبال وحده، 27 عضوًا في 4 مسارات</a:t>
            </a:r>
            <a:endParaRPr lang="en-US" sz="1800" dirty="0"/>
          </a:p>
        </p:txBody>
      </p:sp>
      <p:sp>
        <p:nvSpPr>
          <p:cNvPr id="28" name="Text 26"/>
          <p:cNvSpPr/>
          <p:nvPr/>
        </p:nvSpPr>
        <p:spPr>
          <a:xfrm>
            <a:off x="731869" y="6238241"/>
            <a:ext cx="485585" cy="238760"/>
          </a:xfrm>
          <a:prstGeom prst="rect">
            <a:avLst/>
          </a:prstGeom>
          <a:noFill/>
          <a:ln/>
        </p:spPr>
        <p:txBody>
          <a:bodyPr wrap="square" lIns="0" tIns="0" rIns="0" bIns="0" rtlCol="0" anchor="t">
            <a:normAutofit/>
          </a:bodyPr>
          <a:lstStyle/>
          <a:p>
            <a:pPr marL="0" indent="0" algn="r" rtl="1">
              <a:lnSpc>
                <a:spcPts val="1680"/>
              </a:lnSpc>
              <a:buNone/>
            </a:pPr>
            <a:r>
              <a:rPr lang="en-US" sz="1200" dirty="0">
                <a:solidFill>
                  <a:srgbClr val="8F88C9"/>
                </a:solidFill>
                <a:latin typeface="IBM Plex Sans Arabic" pitchFamily="34" charset="0"/>
                <a:ea typeface="IBM Plex Sans Arabic" pitchFamily="34" charset="-122"/>
                <a:cs typeface="IBM Plex Sans Arabic" pitchFamily="34" charset="-120"/>
              </a:rPr>
              <a:t>2 / 10</a:t>
            </a:r>
            <a:endParaRPr lang="en-US" sz="1200" dirty="0"/>
          </a:p>
        </p:txBody>
      </p:sp>
      <p:sp>
        <p:nvSpPr>
          <p:cNvPr id="29" name="Text 27"/>
          <p:cNvSpPr/>
          <p:nvPr/>
        </p:nvSpPr>
        <p:spPr>
          <a:xfrm>
            <a:off x="9184164" y="6238241"/>
            <a:ext cx="2195036" cy="238760"/>
          </a:xfrm>
          <a:prstGeom prst="rect">
            <a:avLst/>
          </a:prstGeom>
          <a:noFill/>
          <a:ln/>
        </p:spPr>
        <p:txBody>
          <a:bodyPr wrap="square" lIns="0" tIns="0" rIns="0" bIns="0" rtlCol="0" anchor="t">
            <a:normAutofit/>
          </a:bodyPr>
          <a:lstStyle/>
          <a:p>
            <a:pPr marL="0" indent="0" algn="r" rtl="1">
              <a:lnSpc>
                <a:spcPts val="1680"/>
              </a:lnSpc>
              <a:buNone/>
            </a:pPr>
            <a:r>
              <a:rPr lang="en-US" sz="1200" dirty="0">
                <a:solidFill>
                  <a:srgbClr val="8F88C9"/>
                </a:solidFill>
                <a:latin typeface="IBM Plex Sans Arabic" pitchFamily="34" charset="0"/>
                <a:ea typeface="IBM Plex Sans Arabic" pitchFamily="34" charset="-122"/>
                <a:cs typeface="IBM Plex Sans Arabic" pitchFamily="34" charset="-120"/>
              </a:rPr>
              <a:t>EventOps AI · لجنة البروتوكول</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0C6E"/>
        </a:solidFill>
        <a:effectLst/>
      </p:bgPr>
    </p:bg>
    <p:spTree>
      <p:nvGrpSpPr>
        <p:cNvPr id="1" name=""/>
        <p:cNvGrpSpPr/>
        <p:nvPr/>
      </p:nvGrpSpPr>
      <p:grpSpPr>
        <a:xfrm>
          <a:off x="0" y="0"/>
          <a:ext cx="0" cy="0"/>
          <a:chOff x="0" y="0"/>
          <a:chExt cx="0" cy="0"/>
        </a:xfrm>
      </p:grpSpPr>
      <p:sp>
        <p:nvSpPr>
          <p:cNvPr id="2" name="Text 0"/>
          <p:cNvSpPr/>
          <p:nvPr/>
        </p:nvSpPr>
        <p:spPr>
          <a:xfrm>
            <a:off x="495808" y="812800"/>
            <a:ext cx="10883392" cy="238760"/>
          </a:xfrm>
          <a:prstGeom prst="rect">
            <a:avLst/>
          </a:prstGeom>
          <a:noFill/>
          <a:ln/>
        </p:spPr>
        <p:txBody>
          <a:bodyPr wrap="square" lIns="0" tIns="0" rIns="0" bIns="0" rtlCol="0" anchor="t">
            <a:normAutofit/>
          </a:bodyPr>
          <a:lstStyle/>
          <a:p>
            <a:pPr marL="0" indent="0" algn="r" rtl="1">
              <a:lnSpc>
                <a:spcPts val="1680"/>
              </a:lnSpc>
              <a:buNone/>
            </a:pPr>
            <a:r>
              <a:rPr lang="en-US" sz="1200" dirty="0">
                <a:solidFill>
                  <a:srgbClr val="B8A4FF"/>
                </a:solidFill>
                <a:latin typeface="IBM Plex Sans Arabic" pitchFamily="34" charset="0"/>
                <a:ea typeface="IBM Plex Sans Arabic" pitchFamily="34" charset="-122"/>
                <a:cs typeface="IBM Plex Sans Arabic" pitchFamily="34" charset="-120"/>
              </a:rPr>
              <a:t>خط الأساس · الدقيقة 1</a:t>
            </a:r>
            <a:endParaRPr lang="en-US" sz="1200" dirty="0"/>
          </a:p>
        </p:txBody>
      </p:sp>
      <p:sp>
        <p:nvSpPr>
          <p:cNvPr id="3" name="Text 1"/>
          <p:cNvSpPr>
            <a:spLocks noGrp="1"/>
          </p:cNvSpPr>
          <p:nvPr>
            <p:ph type="title"/>
          </p:nvPr>
        </p:nvSpPr>
        <p:spPr>
          <a:xfrm>
            <a:off x="495808" y="1102361"/>
            <a:ext cx="10883392" cy="492760"/>
          </a:xfrm>
          <a:prstGeom prst="rect">
            <a:avLst/>
          </a:prstGeom>
          <a:noFill/>
          <a:ln/>
        </p:spPr>
        <p:txBody>
          <a:bodyPr wrap="square" lIns="0" tIns="0" rIns="0" bIns="0" rtlCol="0" anchor="t">
            <a:normAutofit/>
          </a:bodyPr>
          <a:lstStyle/>
          <a:p>
            <a:pPr marL="0" indent="0" algn="r" rtl="1">
              <a:lnSpc>
                <a:spcPts val="3680"/>
              </a:lnSpc>
              <a:buNone/>
            </a:pPr>
            <a:r>
              <a:rPr lang="en-US" sz="3200" b="1" i="0" dirty="0">
                <a:solidFill>
                  <a:srgbClr val="F3F0FF"/>
                </a:solidFill>
                <a:latin typeface="IBM Plex Sans Arabic" pitchFamily="34" charset="0"/>
                <a:ea typeface="IBM Plex Sans Arabic" pitchFamily="34" charset="-122"/>
                <a:cs typeface="IBM Plex Sans Arabic" pitchFamily="34" charset="-120"/>
              </a:rPr>
              <a:t>قبل: 20 دقيقة حتى يصل المستقبل إلى ضيفه</a:t>
            </a:r>
            <a:endParaRPr lang="en-US" sz="3200" dirty="0"/>
          </a:p>
        </p:txBody>
      </p:sp>
      <p:sp>
        <p:nvSpPr>
          <p:cNvPr id="4" name="Shape 2"/>
          <p:cNvSpPr/>
          <p:nvPr/>
        </p:nvSpPr>
        <p:spPr>
          <a:xfrm>
            <a:off x="812800" y="2598420"/>
            <a:ext cx="7239000" cy="553720"/>
          </a:xfrm>
          <a:prstGeom prst="roundRect">
            <a:avLst>
              <a:gd name="adj" fmla="val 18349"/>
            </a:avLst>
          </a:prstGeom>
          <a:solidFill>
            <a:srgbClr val="0A0638"/>
          </a:solidFill>
          <a:ln/>
        </p:spPr>
        <p:txBody>
          <a:bodyPr/>
          <a:lstStyle/>
          <a:p>
            <a:pPr algn="r" rtl="1"/>
            <a:endParaRPr lang="en-US"/>
          </a:p>
        </p:txBody>
      </p:sp>
      <p:sp>
        <p:nvSpPr>
          <p:cNvPr id="5" name="Text 3"/>
          <p:cNvSpPr/>
          <p:nvPr/>
        </p:nvSpPr>
        <p:spPr>
          <a:xfrm>
            <a:off x="865124" y="2750820"/>
            <a:ext cx="5180076" cy="274320"/>
          </a:xfrm>
          <a:prstGeom prst="rect">
            <a:avLst/>
          </a:prstGeom>
          <a:noFill/>
          <a:ln/>
        </p:spPr>
        <p:txBody>
          <a:bodyPr wrap="square" lIns="0" tIns="0" rIns="0" bIns="0" rtlCol="0" anchor="t">
            <a:normAutofit/>
          </a:bodyPr>
          <a:lstStyle/>
          <a:p>
            <a:pPr marL="0" indent="0" algn="r" rtl="1">
              <a:lnSpc>
                <a:spcPts val="1960"/>
              </a:lnSpc>
              <a:buNone/>
            </a:pPr>
            <a:r>
              <a:rPr lang="en-US" sz="1400" dirty="0">
                <a:solidFill>
                  <a:srgbClr val="F3F0FF"/>
                </a:solidFill>
                <a:latin typeface="IBM Plex Sans Arabic" pitchFamily="34" charset="0"/>
                <a:ea typeface="IBM Plex Sans Arabic" pitchFamily="34" charset="-122"/>
                <a:cs typeface="IBM Plex Sans Arabic" pitchFamily="34" charset="-120"/>
              </a:rPr>
              <a:t>من أول اتصال بالضيف حتى يبدأ تجربته في الفعالية</a:t>
            </a:r>
            <a:endParaRPr lang="en-US" sz="1400" dirty="0"/>
          </a:p>
        </p:txBody>
      </p:sp>
      <p:sp>
        <p:nvSpPr>
          <p:cNvPr id="6" name="Text 4"/>
          <p:cNvSpPr/>
          <p:nvPr/>
        </p:nvSpPr>
        <p:spPr>
          <a:xfrm>
            <a:off x="6146800" y="2750820"/>
            <a:ext cx="1701800" cy="274320"/>
          </a:xfrm>
          <a:prstGeom prst="rect">
            <a:avLst/>
          </a:prstGeom>
          <a:noFill/>
          <a:ln/>
        </p:spPr>
        <p:txBody>
          <a:bodyPr wrap="square" lIns="0" tIns="0" rIns="0" bIns="0" rtlCol="0" anchor="t">
            <a:normAutofit/>
          </a:bodyPr>
          <a:lstStyle/>
          <a:p>
            <a:pPr marL="0" indent="0" algn="r" rtl="1">
              <a:lnSpc>
                <a:spcPts val="1820"/>
              </a:lnSpc>
              <a:buNone/>
            </a:pPr>
            <a:r>
              <a:rPr lang="en-US" sz="1300" b="1" dirty="0">
                <a:solidFill>
                  <a:srgbClr val="B8A4FF"/>
                </a:solidFill>
                <a:latin typeface="IBM Plex Sans Arabic" pitchFamily="34" charset="0"/>
                <a:ea typeface="IBM Plex Sans Arabic" pitchFamily="34" charset="-122"/>
                <a:cs typeface="IBM Plex Sans Arabic" pitchFamily="34" charset="-120"/>
              </a:rPr>
              <a:t>ماذا يقيس</a:t>
            </a:r>
            <a:endParaRPr lang="en-US" sz="1300" dirty="0"/>
          </a:p>
        </p:txBody>
      </p:sp>
      <p:sp>
        <p:nvSpPr>
          <p:cNvPr id="7" name="Shape 5"/>
          <p:cNvSpPr/>
          <p:nvPr/>
        </p:nvSpPr>
        <p:spPr>
          <a:xfrm>
            <a:off x="812800" y="3253741"/>
            <a:ext cx="7239000" cy="553720"/>
          </a:xfrm>
          <a:prstGeom prst="roundRect">
            <a:avLst>
              <a:gd name="adj" fmla="val 18349"/>
            </a:avLst>
          </a:prstGeom>
          <a:solidFill>
            <a:srgbClr val="0A0638"/>
          </a:solidFill>
          <a:ln/>
        </p:spPr>
        <p:txBody>
          <a:bodyPr/>
          <a:lstStyle/>
          <a:p>
            <a:pPr algn="r" rtl="1"/>
            <a:endParaRPr lang="en-US"/>
          </a:p>
        </p:txBody>
      </p:sp>
      <p:sp>
        <p:nvSpPr>
          <p:cNvPr id="8" name="Text 6"/>
          <p:cNvSpPr/>
          <p:nvPr/>
        </p:nvSpPr>
        <p:spPr>
          <a:xfrm>
            <a:off x="812800" y="3406141"/>
            <a:ext cx="5232400" cy="274320"/>
          </a:xfrm>
          <a:prstGeom prst="rect">
            <a:avLst/>
          </a:prstGeom>
          <a:noFill/>
          <a:ln/>
        </p:spPr>
        <p:txBody>
          <a:bodyPr wrap="square" lIns="0" tIns="0" rIns="0" bIns="0" rtlCol="0" anchor="t">
            <a:normAutofit/>
          </a:bodyPr>
          <a:lstStyle/>
          <a:p>
            <a:pPr marL="0" indent="0" algn="r" rtl="1">
              <a:lnSpc>
                <a:spcPts val="1960"/>
              </a:lnSpc>
              <a:buNone/>
            </a:pPr>
            <a:r>
              <a:rPr lang="en-US" sz="1400" dirty="0">
                <a:solidFill>
                  <a:srgbClr val="F3F0FF"/>
                </a:solidFill>
                <a:latin typeface="IBM Plex Sans Arabic" pitchFamily="34" charset="0"/>
                <a:ea typeface="IBM Plex Sans Arabic" pitchFamily="34" charset="-122"/>
                <a:cs typeface="IBM Plex Sans Arabic" pitchFamily="34" charset="-120"/>
              </a:rPr>
              <a:t>محاكاة السيناريو اليدوي خطوة بخطوة: مكالمتان، ورسالة، وبحث عند البوابة</a:t>
            </a:r>
            <a:endParaRPr lang="en-US" sz="1400" dirty="0"/>
          </a:p>
        </p:txBody>
      </p:sp>
      <p:sp>
        <p:nvSpPr>
          <p:cNvPr id="9" name="Text 7"/>
          <p:cNvSpPr/>
          <p:nvPr/>
        </p:nvSpPr>
        <p:spPr>
          <a:xfrm>
            <a:off x="6146800" y="3406141"/>
            <a:ext cx="1701800" cy="274320"/>
          </a:xfrm>
          <a:prstGeom prst="rect">
            <a:avLst/>
          </a:prstGeom>
          <a:noFill/>
          <a:ln/>
        </p:spPr>
        <p:txBody>
          <a:bodyPr wrap="square" lIns="0" tIns="0" rIns="0" bIns="0" rtlCol="0" anchor="t">
            <a:normAutofit/>
          </a:bodyPr>
          <a:lstStyle/>
          <a:p>
            <a:pPr marL="0" indent="0" algn="r" rtl="1">
              <a:lnSpc>
                <a:spcPts val="1820"/>
              </a:lnSpc>
              <a:buNone/>
            </a:pPr>
            <a:r>
              <a:rPr lang="en-US" sz="1300" b="1" dirty="0">
                <a:solidFill>
                  <a:srgbClr val="B8A4FF"/>
                </a:solidFill>
                <a:latin typeface="IBM Plex Sans Arabic" pitchFamily="34" charset="0"/>
                <a:ea typeface="IBM Plex Sans Arabic" pitchFamily="34" charset="-122"/>
                <a:cs typeface="IBM Plex Sans Arabic" pitchFamily="34" charset="-120"/>
              </a:rPr>
              <a:t>كيف قسناه</a:t>
            </a:r>
            <a:endParaRPr lang="en-US" sz="1300" dirty="0"/>
          </a:p>
        </p:txBody>
      </p:sp>
      <p:sp>
        <p:nvSpPr>
          <p:cNvPr id="10" name="Shape 8"/>
          <p:cNvSpPr/>
          <p:nvPr/>
        </p:nvSpPr>
        <p:spPr>
          <a:xfrm>
            <a:off x="812800" y="3909061"/>
            <a:ext cx="7239000" cy="553720"/>
          </a:xfrm>
          <a:prstGeom prst="roundRect">
            <a:avLst>
              <a:gd name="adj" fmla="val 18349"/>
            </a:avLst>
          </a:prstGeom>
          <a:solidFill>
            <a:srgbClr val="0A0638"/>
          </a:solidFill>
          <a:ln/>
        </p:spPr>
        <p:txBody>
          <a:bodyPr/>
          <a:lstStyle/>
          <a:p>
            <a:pPr algn="r" rtl="1"/>
            <a:endParaRPr lang="en-US"/>
          </a:p>
        </p:txBody>
      </p:sp>
      <p:sp>
        <p:nvSpPr>
          <p:cNvPr id="11" name="Text 9"/>
          <p:cNvSpPr/>
          <p:nvPr/>
        </p:nvSpPr>
        <p:spPr>
          <a:xfrm>
            <a:off x="865124" y="4061461"/>
            <a:ext cx="5180076" cy="274320"/>
          </a:xfrm>
          <a:prstGeom prst="rect">
            <a:avLst/>
          </a:prstGeom>
          <a:noFill/>
          <a:ln/>
        </p:spPr>
        <p:txBody>
          <a:bodyPr wrap="square" lIns="0" tIns="0" rIns="0" bIns="0" rtlCol="0" anchor="t">
            <a:normAutofit/>
          </a:bodyPr>
          <a:lstStyle/>
          <a:p>
            <a:pPr marL="0" indent="0" algn="r" rtl="1">
              <a:lnSpc>
                <a:spcPts val="1960"/>
              </a:lnSpc>
              <a:buNone/>
            </a:pPr>
            <a:r>
              <a:rPr lang="en-US" sz="1400" dirty="0">
                <a:solidFill>
                  <a:srgbClr val="F3F0FF"/>
                </a:solidFill>
                <a:latin typeface="IBM Plex Sans Arabic" pitchFamily="34" charset="0"/>
                <a:ea typeface="IBM Plex Sans Arabic" pitchFamily="34" charset="-122"/>
                <a:cs typeface="IBM Plex Sans Arabic" pitchFamily="34" charset="-120"/>
              </a:rPr>
              <a:t>5 خطوات لكل ضيف، بعدّ خطوات السيناريو في الشريحة السابقة</a:t>
            </a:r>
            <a:endParaRPr lang="en-US" sz="1400" dirty="0"/>
          </a:p>
        </p:txBody>
      </p:sp>
      <p:sp>
        <p:nvSpPr>
          <p:cNvPr id="12" name="Text 10"/>
          <p:cNvSpPr/>
          <p:nvPr/>
        </p:nvSpPr>
        <p:spPr>
          <a:xfrm>
            <a:off x="6146800" y="4061461"/>
            <a:ext cx="1701800" cy="274320"/>
          </a:xfrm>
          <a:prstGeom prst="rect">
            <a:avLst/>
          </a:prstGeom>
          <a:noFill/>
          <a:ln/>
        </p:spPr>
        <p:txBody>
          <a:bodyPr wrap="square" lIns="0" tIns="0" rIns="0" bIns="0" rtlCol="0" anchor="t">
            <a:normAutofit/>
          </a:bodyPr>
          <a:lstStyle/>
          <a:p>
            <a:pPr marL="0" indent="0" algn="r" rtl="1">
              <a:lnSpc>
                <a:spcPts val="1820"/>
              </a:lnSpc>
              <a:buNone/>
            </a:pPr>
            <a:r>
              <a:rPr lang="en-US" sz="1300" b="1" dirty="0">
                <a:solidFill>
                  <a:srgbClr val="B8A4FF"/>
                </a:solidFill>
                <a:latin typeface="IBM Plex Sans Arabic" pitchFamily="34" charset="0"/>
                <a:ea typeface="IBM Plex Sans Arabic" pitchFamily="34" charset="-122"/>
                <a:cs typeface="IBM Plex Sans Arabic" pitchFamily="34" charset="-120"/>
              </a:rPr>
              <a:t>خطوات التواصل</a:t>
            </a:r>
            <a:endParaRPr lang="en-US" sz="1300" dirty="0"/>
          </a:p>
        </p:txBody>
      </p:sp>
      <p:sp>
        <p:nvSpPr>
          <p:cNvPr id="13" name="Shape 11"/>
          <p:cNvSpPr/>
          <p:nvPr/>
        </p:nvSpPr>
        <p:spPr>
          <a:xfrm>
            <a:off x="812800" y="4564380"/>
            <a:ext cx="7239000" cy="553720"/>
          </a:xfrm>
          <a:prstGeom prst="roundRect">
            <a:avLst>
              <a:gd name="adj" fmla="val 18349"/>
            </a:avLst>
          </a:prstGeom>
          <a:solidFill>
            <a:srgbClr val="0A0638"/>
          </a:solidFill>
          <a:ln/>
        </p:spPr>
        <p:txBody>
          <a:bodyPr/>
          <a:lstStyle/>
          <a:p>
            <a:pPr algn="r" rtl="1"/>
            <a:endParaRPr lang="en-US"/>
          </a:p>
        </p:txBody>
      </p:sp>
      <p:sp>
        <p:nvSpPr>
          <p:cNvPr id="14" name="Text 12"/>
          <p:cNvSpPr/>
          <p:nvPr/>
        </p:nvSpPr>
        <p:spPr>
          <a:xfrm>
            <a:off x="865124" y="4716780"/>
            <a:ext cx="5180076" cy="274320"/>
          </a:xfrm>
          <a:prstGeom prst="rect">
            <a:avLst/>
          </a:prstGeom>
          <a:noFill/>
          <a:ln/>
        </p:spPr>
        <p:txBody>
          <a:bodyPr wrap="square" lIns="0" tIns="0" rIns="0" bIns="0" rtlCol="0" anchor="t">
            <a:normAutofit/>
          </a:bodyPr>
          <a:lstStyle/>
          <a:p>
            <a:pPr marL="0" indent="0" algn="r" rtl="1">
              <a:lnSpc>
                <a:spcPts val="1960"/>
              </a:lnSpc>
              <a:buNone/>
            </a:pPr>
            <a:r>
              <a:rPr lang="en-US" sz="1400" dirty="0">
                <a:solidFill>
                  <a:srgbClr val="F3F0FF"/>
                </a:solidFill>
                <a:latin typeface="IBM Plex Sans Arabic" pitchFamily="34" charset="0"/>
                <a:ea typeface="IBM Plex Sans Arabic" pitchFamily="34" charset="-122"/>
                <a:cs typeface="IBM Plex Sans Arabic" pitchFamily="34" charset="-120"/>
              </a:rPr>
              <a:t>40 ضيفًا × 20 دقيقة = 800 دقيقة، أي نحو 13 ساعة عمل في اليوم</a:t>
            </a:r>
            <a:endParaRPr lang="en-US" sz="1400" dirty="0"/>
          </a:p>
        </p:txBody>
      </p:sp>
      <p:sp>
        <p:nvSpPr>
          <p:cNvPr id="15" name="Text 13"/>
          <p:cNvSpPr/>
          <p:nvPr/>
        </p:nvSpPr>
        <p:spPr>
          <a:xfrm>
            <a:off x="6146800" y="4716780"/>
            <a:ext cx="1701800" cy="274320"/>
          </a:xfrm>
          <a:prstGeom prst="rect">
            <a:avLst/>
          </a:prstGeom>
          <a:noFill/>
          <a:ln/>
        </p:spPr>
        <p:txBody>
          <a:bodyPr wrap="square" lIns="0" tIns="0" rIns="0" bIns="0" rtlCol="0" anchor="t">
            <a:normAutofit/>
          </a:bodyPr>
          <a:lstStyle/>
          <a:p>
            <a:pPr marL="0" indent="0" algn="r" rtl="1">
              <a:lnSpc>
                <a:spcPts val="1820"/>
              </a:lnSpc>
              <a:buNone/>
            </a:pPr>
            <a:r>
              <a:rPr lang="en-US" sz="1300" b="1" dirty="0">
                <a:solidFill>
                  <a:srgbClr val="B8A4FF"/>
                </a:solidFill>
                <a:latin typeface="IBM Plex Sans Arabic" pitchFamily="34" charset="0"/>
                <a:ea typeface="IBM Plex Sans Arabic" pitchFamily="34" charset="-122"/>
                <a:cs typeface="IBM Plex Sans Arabic" pitchFamily="34" charset="-120"/>
              </a:rPr>
              <a:t>الحجم اليومي</a:t>
            </a:r>
            <a:endParaRPr lang="en-US" sz="1300" dirty="0"/>
          </a:p>
        </p:txBody>
      </p:sp>
      <p:sp>
        <p:nvSpPr>
          <p:cNvPr id="16" name="Text 14"/>
          <p:cNvSpPr/>
          <p:nvPr/>
        </p:nvSpPr>
        <p:spPr>
          <a:xfrm>
            <a:off x="8370570" y="2760980"/>
            <a:ext cx="3008630" cy="1549400"/>
          </a:xfrm>
          <a:prstGeom prst="rect">
            <a:avLst/>
          </a:prstGeom>
          <a:noFill/>
          <a:ln/>
        </p:spPr>
        <p:txBody>
          <a:bodyPr wrap="square" lIns="0" tIns="0" rIns="0" bIns="0" rtlCol="0" anchor="t">
            <a:normAutofit/>
          </a:bodyPr>
          <a:lstStyle/>
          <a:p>
            <a:pPr marL="0" indent="0" algn="r" rtl="1">
              <a:lnSpc>
                <a:spcPts val="12000"/>
              </a:lnSpc>
              <a:buNone/>
            </a:pPr>
            <a:r>
              <a:rPr lang="en-US" sz="12000" b="1" dirty="0">
                <a:solidFill>
                  <a:srgbClr val="FFC24B"/>
                </a:solidFill>
                <a:latin typeface="IBM Plex Sans Arabic" pitchFamily="34" charset="0"/>
                <a:ea typeface="IBM Plex Sans Arabic" pitchFamily="34" charset="-122"/>
                <a:cs typeface="IBM Plex Sans Arabic" pitchFamily="34" charset="-120"/>
              </a:rPr>
              <a:t>20</a:t>
            </a:r>
            <a:endParaRPr lang="en-US" sz="12000" dirty="0"/>
          </a:p>
        </p:txBody>
      </p:sp>
      <p:sp>
        <p:nvSpPr>
          <p:cNvPr id="17" name="Text 15"/>
          <p:cNvSpPr/>
          <p:nvPr/>
        </p:nvSpPr>
        <p:spPr>
          <a:xfrm>
            <a:off x="8370570" y="4335780"/>
            <a:ext cx="3008630" cy="345440"/>
          </a:xfrm>
          <a:prstGeom prst="rect">
            <a:avLst/>
          </a:prstGeom>
          <a:noFill/>
          <a:ln/>
        </p:spPr>
        <p:txBody>
          <a:bodyPr wrap="square" lIns="0" tIns="0" rIns="0" bIns="0" rtlCol="0" anchor="t">
            <a:normAutofit/>
          </a:bodyPr>
          <a:lstStyle/>
          <a:p>
            <a:pPr marL="0" indent="0" algn="r" rtl="1">
              <a:lnSpc>
                <a:spcPts val="2520"/>
              </a:lnSpc>
              <a:buNone/>
            </a:pPr>
            <a:r>
              <a:rPr lang="en-US" sz="1800" dirty="0">
                <a:solidFill>
                  <a:srgbClr val="F3F0FF"/>
                </a:solidFill>
                <a:latin typeface="IBM Plex Sans Arabic" pitchFamily="34" charset="0"/>
                <a:ea typeface="IBM Plex Sans Arabic" pitchFamily="34" charset="-122"/>
                <a:cs typeface="IBM Plex Sans Arabic" pitchFamily="34" charset="-120"/>
              </a:rPr>
              <a:t>دقيقة لكل ضيف</a:t>
            </a:r>
            <a:endParaRPr lang="en-US" sz="1800" dirty="0"/>
          </a:p>
        </p:txBody>
      </p:sp>
      <p:sp>
        <p:nvSpPr>
          <p:cNvPr id="18" name="Text 16"/>
          <p:cNvSpPr/>
          <p:nvPr/>
        </p:nvSpPr>
        <p:spPr>
          <a:xfrm>
            <a:off x="8370570" y="4706620"/>
            <a:ext cx="3008630" cy="274320"/>
          </a:xfrm>
          <a:prstGeom prst="rect">
            <a:avLst/>
          </a:prstGeom>
          <a:noFill/>
          <a:ln/>
        </p:spPr>
        <p:txBody>
          <a:bodyPr wrap="square" lIns="0" tIns="0" rIns="0" bIns="0" rtlCol="0" anchor="t">
            <a:normAutofit/>
          </a:bodyPr>
          <a:lstStyle/>
          <a:p>
            <a:pPr marL="0" indent="0" algn="r" rtl="1">
              <a:lnSpc>
                <a:spcPts val="1960"/>
              </a:lnSpc>
              <a:buNone/>
            </a:pPr>
            <a:r>
              <a:rPr lang="en-US" sz="1400" dirty="0">
                <a:solidFill>
                  <a:srgbClr val="C9C2F2"/>
                </a:solidFill>
                <a:latin typeface="IBM Plex Sans Arabic" pitchFamily="34" charset="0"/>
                <a:ea typeface="IBM Plex Sans Arabic" pitchFamily="34" charset="-122"/>
                <a:cs typeface="IBM Plex Sans Arabic" pitchFamily="34" charset="-120"/>
              </a:rPr>
              <a:t>تقدير، لم يُقس ميدانيًا بعد</a:t>
            </a:r>
            <a:endParaRPr lang="en-US" sz="1400" dirty="0"/>
          </a:p>
        </p:txBody>
      </p:sp>
      <p:sp>
        <p:nvSpPr>
          <p:cNvPr id="19" name="Text 17"/>
          <p:cNvSpPr/>
          <p:nvPr/>
        </p:nvSpPr>
        <p:spPr>
          <a:xfrm>
            <a:off x="731869" y="6238241"/>
            <a:ext cx="485585" cy="238760"/>
          </a:xfrm>
          <a:prstGeom prst="rect">
            <a:avLst/>
          </a:prstGeom>
          <a:noFill/>
          <a:ln/>
        </p:spPr>
        <p:txBody>
          <a:bodyPr wrap="square" lIns="0" tIns="0" rIns="0" bIns="0" rtlCol="0" anchor="t">
            <a:normAutofit/>
          </a:bodyPr>
          <a:lstStyle/>
          <a:p>
            <a:pPr marL="0" indent="0" algn="r" rtl="1">
              <a:lnSpc>
                <a:spcPts val="1680"/>
              </a:lnSpc>
              <a:buNone/>
            </a:pPr>
            <a:r>
              <a:rPr lang="en-US" sz="1200" dirty="0">
                <a:solidFill>
                  <a:srgbClr val="8F88C9"/>
                </a:solidFill>
                <a:latin typeface="IBM Plex Sans Arabic" pitchFamily="34" charset="0"/>
                <a:ea typeface="IBM Plex Sans Arabic" pitchFamily="34" charset="-122"/>
                <a:cs typeface="IBM Plex Sans Arabic" pitchFamily="34" charset="-120"/>
              </a:rPr>
              <a:t>3 / 10</a:t>
            </a:r>
            <a:endParaRPr lang="en-US" sz="1200" dirty="0"/>
          </a:p>
        </p:txBody>
      </p:sp>
      <p:sp>
        <p:nvSpPr>
          <p:cNvPr id="20" name="Text 18"/>
          <p:cNvSpPr/>
          <p:nvPr/>
        </p:nvSpPr>
        <p:spPr>
          <a:xfrm>
            <a:off x="9184164" y="6238241"/>
            <a:ext cx="2195036" cy="238760"/>
          </a:xfrm>
          <a:prstGeom prst="rect">
            <a:avLst/>
          </a:prstGeom>
          <a:noFill/>
          <a:ln/>
        </p:spPr>
        <p:txBody>
          <a:bodyPr wrap="square" lIns="0" tIns="0" rIns="0" bIns="0" rtlCol="0" anchor="t">
            <a:normAutofit/>
          </a:bodyPr>
          <a:lstStyle/>
          <a:p>
            <a:pPr marL="0" indent="0" algn="r" rtl="1">
              <a:lnSpc>
                <a:spcPts val="1680"/>
              </a:lnSpc>
              <a:buNone/>
            </a:pPr>
            <a:r>
              <a:rPr lang="en-US" sz="1200" dirty="0">
                <a:solidFill>
                  <a:srgbClr val="8F88C9"/>
                </a:solidFill>
                <a:latin typeface="IBM Plex Sans Arabic" pitchFamily="34" charset="0"/>
                <a:ea typeface="IBM Plex Sans Arabic" pitchFamily="34" charset="-122"/>
                <a:cs typeface="IBM Plex Sans Arabic" pitchFamily="34" charset="-120"/>
              </a:rPr>
              <a:t>EventOps AI · لجنة البروتوكول</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638"/>
        </a:solidFill>
        <a:effectLst/>
      </p:bgPr>
    </p:bg>
    <p:spTree>
      <p:nvGrpSpPr>
        <p:cNvPr id="1" name=""/>
        <p:cNvGrpSpPr/>
        <p:nvPr/>
      </p:nvGrpSpPr>
      <p:grpSpPr>
        <a:xfrm>
          <a:off x="0" y="0"/>
          <a:ext cx="0" cy="0"/>
          <a:chOff x="0" y="0"/>
          <a:chExt cx="0" cy="0"/>
        </a:xfrm>
      </p:grpSpPr>
      <p:sp>
        <p:nvSpPr>
          <p:cNvPr id="2" name="Text 0"/>
          <p:cNvSpPr/>
          <p:nvPr/>
        </p:nvSpPr>
        <p:spPr>
          <a:xfrm>
            <a:off x="495808" y="812800"/>
            <a:ext cx="10883392" cy="238760"/>
          </a:xfrm>
          <a:prstGeom prst="rect">
            <a:avLst/>
          </a:prstGeom>
          <a:noFill/>
          <a:ln/>
        </p:spPr>
        <p:txBody>
          <a:bodyPr wrap="square" lIns="0" tIns="0" rIns="0" bIns="0" rtlCol="0" anchor="t">
            <a:normAutofit/>
          </a:bodyPr>
          <a:lstStyle/>
          <a:p>
            <a:pPr marL="0" indent="0" algn="r" rtl="1">
              <a:lnSpc>
                <a:spcPts val="1680"/>
              </a:lnSpc>
              <a:buNone/>
            </a:pPr>
            <a:r>
              <a:rPr lang="en-US" sz="1200" dirty="0">
                <a:solidFill>
                  <a:srgbClr val="B8A4FF"/>
                </a:solidFill>
                <a:latin typeface="IBM Plex Sans Arabic" pitchFamily="34" charset="0"/>
                <a:ea typeface="IBM Plex Sans Arabic" pitchFamily="34" charset="-122"/>
                <a:cs typeface="IBM Plex Sans Arabic" pitchFamily="34" charset="-120"/>
              </a:rPr>
              <a:t>التصميم · الدقيقة 2</a:t>
            </a:r>
            <a:endParaRPr lang="en-US" sz="1200" dirty="0"/>
          </a:p>
        </p:txBody>
      </p:sp>
      <p:sp>
        <p:nvSpPr>
          <p:cNvPr id="3" name="Text 1"/>
          <p:cNvSpPr>
            <a:spLocks noGrp="1"/>
          </p:cNvSpPr>
          <p:nvPr>
            <p:ph type="title"/>
          </p:nvPr>
        </p:nvSpPr>
        <p:spPr>
          <a:xfrm>
            <a:off x="495808" y="1102361"/>
            <a:ext cx="10883392" cy="492760"/>
          </a:xfrm>
          <a:prstGeom prst="rect">
            <a:avLst/>
          </a:prstGeom>
          <a:noFill/>
          <a:ln/>
        </p:spPr>
        <p:txBody>
          <a:bodyPr wrap="square" lIns="0" tIns="0" rIns="0" bIns="0" rtlCol="0" anchor="t">
            <a:normAutofit/>
          </a:bodyPr>
          <a:lstStyle/>
          <a:p>
            <a:pPr marL="0" indent="0" algn="r" rtl="1">
              <a:lnSpc>
                <a:spcPts val="3680"/>
              </a:lnSpc>
              <a:buNone/>
            </a:pPr>
            <a:r>
              <a:rPr lang="en-US" sz="3200" b="1" i="0" dirty="0">
                <a:solidFill>
                  <a:srgbClr val="F3F0FF"/>
                </a:solidFill>
                <a:latin typeface="IBM Plex Sans Arabic" pitchFamily="34" charset="0"/>
                <a:ea typeface="IBM Plex Sans Arabic" pitchFamily="34" charset="-122"/>
                <a:cs typeface="IBM Plex Sans Arabic" pitchFamily="34" charset="-120"/>
              </a:rPr>
              <a:t>ضغطة واحدة من الضيف تصل إلى ثلاثة أشخاص</a:t>
            </a:r>
            <a:endParaRPr lang="en-US" sz="3200" dirty="0"/>
          </a:p>
        </p:txBody>
      </p:sp>
      <p:sp>
        <p:nvSpPr>
          <p:cNvPr id="4" name="Shape 2"/>
          <p:cNvSpPr/>
          <p:nvPr/>
        </p:nvSpPr>
        <p:spPr>
          <a:xfrm>
            <a:off x="815975" y="1877695"/>
            <a:ext cx="2254250" cy="1129030"/>
          </a:xfrm>
          <a:prstGeom prst="roundRect">
            <a:avLst>
              <a:gd name="adj" fmla="val 8718"/>
            </a:avLst>
          </a:prstGeom>
          <a:solidFill>
            <a:srgbClr val="120C6E"/>
          </a:solidFill>
          <a:ln w="6350">
            <a:solidFill>
              <a:srgbClr val="2E2690"/>
            </a:solidFill>
            <a:prstDash val="solid"/>
          </a:ln>
        </p:spPr>
        <p:txBody>
          <a:bodyPr/>
          <a:lstStyle/>
          <a:p>
            <a:pPr algn="r" rtl="1"/>
            <a:endParaRPr lang="en-US"/>
          </a:p>
        </p:txBody>
      </p:sp>
      <p:sp>
        <p:nvSpPr>
          <p:cNvPr id="5" name="Text 3"/>
          <p:cNvSpPr/>
          <p:nvPr/>
        </p:nvSpPr>
        <p:spPr>
          <a:xfrm>
            <a:off x="938835" y="2057400"/>
            <a:ext cx="1951685" cy="269240"/>
          </a:xfrm>
          <a:prstGeom prst="rect">
            <a:avLst/>
          </a:prstGeom>
          <a:noFill/>
          <a:ln/>
        </p:spPr>
        <p:txBody>
          <a:bodyPr wrap="square" lIns="0" tIns="0" rIns="0" bIns="0" rtlCol="0" anchor="t">
            <a:normAutofit/>
          </a:bodyPr>
          <a:lstStyle/>
          <a:p>
            <a:pPr marL="0" indent="0" algn="r" rtl="1">
              <a:lnSpc>
                <a:spcPts val="1920"/>
              </a:lnSpc>
              <a:buNone/>
            </a:pPr>
            <a:r>
              <a:rPr lang="en-US" sz="1600" b="1" dirty="0">
                <a:solidFill>
                  <a:srgbClr val="B8A4FF"/>
                </a:solidFill>
                <a:latin typeface="IBM Plex Sans Arabic" pitchFamily="34" charset="0"/>
                <a:ea typeface="IBM Plex Sans Arabic" pitchFamily="34" charset="-122"/>
                <a:cs typeface="IBM Plex Sans Arabic" pitchFamily="34" charset="-120"/>
              </a:rPr>
              <a:t>القيادة</a:t>
            </a:r>
            <a:endParaRPr lang="en-US" sz="1600" dirty="0"/>
          </a:p>
        </p:txBody>
      </p:sp>
      <p:sp>
        <p:nvSpPr>
          <p:cNvPr id="6" name="Text 4"/>
          <p:cNvSpPr/>
          <p:nvPr/>
        </p:nvSpPr>
        <p:spPr>
          <a:xfrm>
            <a:off x="938835" y="2364741"/>
            <a:ext cx="1951685" cy="487680"/>
          </a:xfrm>
          <a:prstGeom prst="rect">
            <a:avLst/>
          </a:prstGeom>
          <a:noFill/>
          <a:ln/>
        </p:spPr>
        <p:txBody>
          <a:bodyPr wrap="square" lIns="0" tIns="0" rIns="0" bIns="0" rtlCol="0" anchor="t">
            <a:normAutofit/>
          </a:bodyPr>
          <a:lstStyle/>
          <a:p>
            <a:pPr marL="0" indent="0" algn="r" rtl="1">
              <a:lnSpc>
                <a:spcPts val="1820"/>
              </a:lnSpc>
              <a:buNone/>
            </a:pPr>
            <a:r>
              <a:rPr lang="en-US" sz="1300" dirty="0">
                <a:solidFill>
                  <a:srgbClr val="F3F0FF"/>
                </a:solidFill>
                <a:latin typeface="IBM Plex Sans Arabic" pitchFamily="34" charset="0"/>
                <a:ea typeface="IBM Plex Sans Arabic" pitchFamily="34" charset="-122"/>
                <a:cs typeface="IBM Plex Sans Arabic" pitchFamily="34" charset="-120"/>
              </a:rPr>
              <a:t>لوحة حية، وتصعيد أي طلب متأخر بعد 3 دقائق</a:t>
            </a:r>
            <a:endParaRPr lang="en-US" sz="1300" dirty="0"/>
          </a:p>
        </p:txBody>
      </p:sp>
      <p:pic>
        <p:nvPicPr>
          <p:cNvPr id="7" name="Image 0" descr="arrow-left"/>
          <p:cNvPicPr>
            <a:picLocks noChangeAspect="1"/>
          </p:cNvPicPr>
          <p:nvPr/>
        </p:nvPicPr>
        <p:blipFill>
          <a:blip r:embed="rId3"/>
          <a:srcRect/>
          <a:stretch/>
        </p:blipFill>
        <p:spPr>
          <a:xfrm>
            <a:off x="3175000" y="2366011"/>
            <a:ext cx="304800" cy="152400"/>
          </a:xfrm>
          <a:prstGeom prst="rect">
            <a:avLst/>
          </a:prstGeom>
        </p:spPr>
      </p:pic>
      <p:sp>
        <p:nvSpPr>
          <p:cNvPr id="8" name="Shape 5"/>
          <p:cNvSpPr/>
          <p:nvPr/>
        </p:nvSpPr>
        <p:spPr>
          <a:xfrm>
            <a:off x="3584575" y="1877695"/>
            <a:ext cx="2254250" cy="1129030"/>
          </a:xfrm>
          <a:prstGeom prst="roundRect">
            <a:avLst>
              <a:gd name="adj" fmla="val 8718"/>
            </a:avLst>
          </a:prstGeom>
          <a:solidFill>
            <a:srgbClr val="120C6E"/>
          </a:solidFill>
          <a:ln w="6350">
            <a:solidFill>
              <a:srgbClr val="2E2690"/>
            </a:solidFill>
            <a:prstDash val="solid"/>
          </a:ln>
        </p:spPr>
        <p:txBody>
          <a:bodyPr/>
          <a:lstStyle/>
          <a:p>
            <a:pPr algn="r" rtl="1"/>
            <a:endParaRPr lang="en-US"/>
          </a:p>
        </p:txBody>
      </p:sp>
      <p:sp>
        <p:nvSpPr>
          <p:cNvPr id="9" name="Text 6"/>
          <p:cNvSpPr/>
          <p:nvPr/>
        </p:nvSpPr>
        <p:spPr>
          <a:xfrm>
            <a:off x="3707435" y="2057400"/>
            <a:ext cx="1951685" cy="269240"/>
          </a:xfrm>
          <a:prstGeom prst="rect">
            <a:avLst/>
          </a:prstGeom>
          <a:noFill/>
          <a:ln/>
        </p:spPr>
        <p:txBody>
          <a:bodyPr wrap="square" lIns="0" tIns="0" rIns="0" bIns="0" rtlCol="0" anchor="t">
            <a:normAutofit/>
          </a:bodyPr>
          <a:lstStyle/>
          <a:p>
            <a:pPr marL="0" indent="0" algn="r" rtl="1">
              <a:lnSpc>
                <a:spcPts val="1920"/>
              </a:lnSpc>
              <a:buNone/>
            </a:pPr>
            <a:r>
              <a:rPr lang="en-US" sz="1600" b="1" dirty="0">
                <a:solidFill>
                  <a:srgbClr val="B8A4FF"/>
                </a:solidFill>
                <a:latin typeface="IBM Plex Sans Arabic" pitchFamily="34" charset="0"/>
                <a:ea typeface="IBM Plex Sans Arabic" pitchFamily="34" charset="-122"/>
                <a:cs typeface="IBM Plex Sans Arabic" pitchFamily="34" charset="-120"/>
              </a:rPr>
              <a:t>المستقبل</a:t>
            </a:r>
            <a:endParaRPr lang="en-US" sz="1600" dirty="0"/>
          </a:p>
        </p:txBody>
      </p:sp>
      <p:sp>
        <p:nvSpPr>
          <p:cNvPr id="10" name="Text 7"/>
          <p:cNvSpPr/>
          <p:nvPr/>
        </p:nvSpPr>
        <p:spPr>
          <a:xfrm>
            <a:off x="3707435" y="2364741"/>
            <a:ext cx="1951685" cy="487680"/>
          </a:xfrm>
          <a:prstGeom prst="rect">
            <a:avLst/>
          </a:prstGeom>
          <a:noFill/>
          <a:ln/>
        </p:spPr>
        <p:txBody>
          <a:bodyPr wrap="square" lIns="0" tIns="0" rIns="0" bIns="0" rtlCol="0" anchor="t">
            <a:normAutofit/>
          </a:bodyPr>
          <a:lstStyle/>
          <a:p>
            <a:pPr marL="0" indent="0" algn="r" rtl="1">
              <a:lnSpc>
                <a:spcPts val="1820"/>
              </a:lnSpc>
              <a:buNone/>
            </a:pPr>
            <a:r>
              <a:rPr lang="en-US" sz="1300" dirty="0">
                <a:solidFill>
                  <a:srgbClr val="F3F0FF"/>
                </a:solidFill>
                <a:latin typeface="IBM Plex Sans Arabic" pitchFamily="34" charset="0"/>
                <a:ea typeface="IBM Plex Sans Arabic" pitchFamily="34" charset="-122"/>
                <a:cs typeface="IBM Plex Sans Arabic" pitchFamily="34" charset="-120"/>
              </a:rPr>
              <a:t>يؤكد الاستقبال ثم المرافقة إلى الوجهة</a:t>
            </a:r>
            <a:endParaRPr lang="en-US" sz="1300" dirty="0"/>
          </a:p>
        </p:txBody>
      </p:sp>
      <p:pic>
        <p:nvPicPr>
          <p:cNvPr id="11" name="Image 1" descr="arrow-left"/>
          <p:cNvPicPr>
            <a:picLocks noChangeAspect="1"/>
          </p:cNvPicPr>
          <p:nvPr/>
        </p:nvPicPr>
        <p:blipFill>
          <a:blip r:embed="rId3"/>
          <a:srcRect/>
          <a:stretch/>
        </p:blipFill>
        <p:spPr>
          <a:xfrm>
            <a:off x="5943600" y="2366011"/>
            <a:ext cx="304800" cy="152400"/>
          </a:xfrm>
          <a:prstGeom prst="rect">
            <a:avLst/>
          </a:prstGeom>
        </p:spPr>
      </p:pic>
      <p:sp>
        <p:nvSpPr>
          <p:cNvPr id="12" name="Shape 8"/>
          <p:cNvSpPr/>
          <p:nvPr/>
        </p:nvSpPr>
        <p:spPr>
          <a:xfrm>
            <a:off x="6353175" y="1877695"/>
            <a:ext cx="2254250" cy="1129030"/>
          </a:xfrm>
          <a:prstGeom prst="roundRect">
            <a:avLst>
              <a:gd name="adj" fmla="val 8718"/>
            </a:avLst>
          </a:prstGeom>
          <a:solidFill>
            <a:srgbClr val="120C6E"/>
          </a:solidFill>
          <a:ln w="6350">
            <a:solidFill>
              <a:srgbClr val="2E2690"/>
            </a:solidFill>
            <a:prstDash val="solid"/>
          </a:ln>
        </p:spPr>
        <p:txBody>
          <a:bodyPr/>
          <a:lstStyle/>
          <a:p>
            <a:pPr algn="r" rtl="1"/>
            <a:endParaRPr lang="en-US"/>
          </a:p>
        </p:txBody>
      </p:sp>
      <p:sp>
        <p:nvSpPr>
          <p:cNvPr id="13" name="Text 9"/>
          <p:cNvSpPr/>
          <p:nvPr/>
        </p:nvSpPr>
        <p:spPr>
          <a:xfrm>
            <a:off x="6476035" y="2057400"/>
            <a:ext cx="1951685" cy="269240"/>
          </a:xfrm>
          <a:prstGeom prst="rect">
            <a:avLst/>
          </a:prstGeom>
          <a:noFill/>
          <a:ln/>
        </p:spPr>
        <p:txBody>
          <a:bodyPr wrap="square" lIns="0" tIns="0" rIns="0" bIns="0" rtlCol="0" anchor="t">
            <a:normAutofit/>
          </a:bodyPr>
          <a:lstStyle/>
          <a:p>
            <a:pPr marL="0" indent="0" algn="r" rtl="1">
              <a:lnSpc>
                <a:spcPts val="1920"/>
              </a:lnSpc>
              <a:buNone/>
            </a:pPr>
            <a:r>
              <a:rPr lang="en-US" sz="1600" b="1" dirty="0">
                <a:solidFill>
                  <a:srgbClr val="B8A4FF"/>
                </a:solidFill>
                <a:latin typeface="IBM Plex Sans Arabic" pitchFamily="34" charset="0"/>
                <a:ea typeface="IBM Plex Sans Arabic" pitchFamily="34" charset="-122"/>
                <a:cs typeface="IBM Plex Sans Arabic" pitchFamily="34" charset="-120"/>
              </a:rPr>
              <a:t>إشعار تلقائي</a:t>
            </a:r>
            <a:endParaRPr lang="en-US" sz="1600" dirty="0"/>
          </a:p>
        </p:txBody>
      </p:sp>
      <p:sp>
        <p:nvSpPr>
          <p:cNvPr id="14" name="Text 10"/>
          <p:cNvSpPr/>
          <p:nvPr/>
        </p:nvSpPr>
        <p:spPr>
          <a:xfrm>
            <a:off x="6476035" y="2364741"/>
            <a:ext cx="1951685" cy="487680"/>
          </a:xfrm>
          <a:prstGeom prst="rect">
            <a:avLst/>
          </a:prstGeom>
          <a:noFill/>
          <a:ln/>
        </p:spPr>
        <p:txBody>
          <a:bodyPr wrap="square" lIns="0" tIns="0" rIns="0" bIns="0" rtlCol="0" anchor="t">
            <a:normAutofit/>
          </a:bodyPr>
          <a:lstStyle/>
          <a:p>
            <a:pPr marL="0" indent="0" algn="r" rtl="1">
              <a:lnSpc>
                <a:spcPts val="1820"/>
              </a:lnSpc>
              <a:buNone/>
            </a:pPr>
            <a:r>
              <a:rPr lang="en-US" sz="1300" dirty="0">
                <a:solidFill>
                  <a:srgbClr val="F3F0FF"/>
                </a:solidFill>
                <a:latin typeface="IBM Plex Sans Arabic" pitchFamily="34" charset="0"/>
                <a:ea typeface="IBM Plex Sans Arabic" pitchFamily="34" charset="-122"/>
                <a:cs typeface="IBM Plex Sans Arabic" pitchFamily="34" charset="-120"/>
              </a:rPr>
              <a:t>للمستقبل ومسؤول البوابة وقائد المسار</a:t>
            </a:r>
            <a:endParaRPr lang="en-US" sz="1300" dirty="0"/>
          </a:p>
        </p:txBody>
      </p:sp>
      <p:pic>
        <p:nvPicPr>
          <p:cNvPr id="15" name="Image 2" descr="arrow-left"/>
          <p:cNvPicPr>
            <a:picLocks noChangeAspect="1"/>
          </p:cNvPicPr>
          <p:nvPr/>
        </p:nvPicPr>
        <p:blipFill>
          <a:blip r:embed="rId3"/>
          <a:srcRect/>
          <a:stretch/>
        </p:blipFill>
        <p:spPr>
          <a:xfrm>
            <a:off x="8712200" y="2366011"/>
            <a:ext cx="304800" cy="152400"/>
          </a:xfrm>
          <a:prstGeom prst="rect">
            <a:avLst/>
          </a:prstGeom>
        </p:spPr>
      </p:pic>
      <p:sp>
        <p:nvSpPr>
          <p:cNvPr id="16" name="Shape 11"/>
          <p:cNvSpPr/>
          <p:nvPr/>
        </p:nvSpPr>
        <p:spPr>
          <a:xfrm>
            <a:off x="9121775" y="1877695"/>
            <a:ext cx="2254250" cy="1129030"/>
          </a:xfrm>
          <a:prstGeom prst="roundRect">
            <a:avLst>
              <a:gd name="adj" fmla="val 8718"/>
            </a:avLst>
          </a:prstGeom>
          <a:solidFill>
            <a:srgbClr val="120C6E"/>
          </a:solidFill>
          <a:ln w="6350">
            <a:solidFill>
              <a:srgbClr val="6B3BFF"/>
            </a:solidFill>
            <a:prstDash val="solid"/>
          </a:ln>
          <a:effectLst>
            <a:outerShdw blurRad="152400" dir="60000" algn="bl" rotWithShape="0">
              <a:srgbClr val="6B3BFF">
                <a:alpha val="35000"/>
              </a:srgbClr>
            </a:outerShdw>
          </a:effectLst>
        </p:spPr>
        <p:txBody>
          <a:bodyPr/>
          <a:lstStyle/>
          <a:p>
            <a:pPr algn="r" rtl="1"/>
            <a:endParaRPr lang="en-US"/>
          </a:p>
        </p:txBody>
      </p:sp>
      <p:sp>
        <p:nvSpPr>
          <p:cNvPr id="17" name="Text 12"/>
          <p:cNvSpPr/>
          <p:nvPr/>
        </p:nvSpPr>
        <p:spPr>
          <a:xfrm>
            <a:off x="9244635" y="2057400"/>
            <a:ext cx="1951685" cy="269240"/>
          </a:xfrm>
          <a:prstGeom prst="rect">
            <a:avLst/>
          </a:prstGeom>
          <a:noFill/>
          <a:ln/>
        </p:spPr>
        <p:txBody>
          <a:bodyPr wrap="square" lIns="0" tIns="0" rIns="0" bIns="0" rtlCol="0" anchor="t">
            <a:normAutofit/>
          </a:bodyPr>
          <a:lstStyle/>
          <a:p>
            <a:pPr marL="0" indent="0" algn="r" rtl="1">
              <a:lnSpc>
                <a:spcPts val="1920"/>
              </a:lnSpc>
              <a:buNone/>
            </a:pPr>
            <a:r>
              <a:rPr lang="en-US" sz="1600" b="1" dirty="0">
                <a:solidFill>
                  <a:srgbClr val="B8A4FF"/>
                </a:solidFill>
                <a:latin typeface="IBM Plex Sans Arabic" pitchFamily="34" charset="0"/>
                <a:ea typeface="IBM Plex Sans Arabic" pitchFamily="34" charset="-122"/>
                <a:cs typeface="IBM Plex Sans Arabic" pitchFamily="34" charset="-120"/>
              </a:rPr>
              <a:t>الضيف</a:t>
            </a:r>
            <a:endParaRPr lang="en-US" sz="1600" dirty="0"/>
          </a:p>
        </p:txBody>
      </p:sp>
      <p:sp>
        <p:nvSpPr>
          <p:cNvPr id="18" name="Text 13"/>
          <p:cNvSpPr/>
          <p:nvPr/>
        </p:nvSpPr>
        <p:spPr>
          <a:xfrm>
            <a:off x="9244635" y="2364741"/>
            <a:ext cx="1951685" cy="487680"/>
          </a:xfrm>
          <a:prstGeom prst="rect">
            <a:avLst/>
          </a:prstGeom>
          <a:noFill/>
          <a:ln/>
        </p:spPr>
        <p:txBody>
          <a:bodyPr wrap="square" lIns="0" tIns="0" rIns="0" bIns="0" rtlCol="0" anchor="t">
            <a:normAutofit/>
          </a:bodyPr>
          <a:lstStyle/>
          <a:p>
            <a:pPr marL="0" indent="0" algn="r" rtl="1">
              <a:lnSpc>
                <a:spcPts val="1820"/>
              </a:lnSpc>
              <a:buNone/>
            </a:pPr>
            <a:r>
              <a:rPr lang="en-US" sz="1300" dirty="0">
                <a:solidFill>
                  <a:srgbClr val="F3F0FF"/>
                </a:solidFill>
                <a:latin typeface="IBM Plex Sans Arabic" pitchFamily="34" charset="0"/>
                <a:ea typeface="IBM Plex Sans Arabic" pitchFamily="34" charset="-122"/>
                <a:cs typeface="IBM Plex Sans Arabic" pitchFamily="34" charset="-120"/>
              </a:rPr>
              <a:t>«أنا قريب» ثم «وصلت»، مع البوابة والموقف</a:t>
            </a:r>
            <a:endParaRPr lang="en-US" sz="1300" dirty="0"/>
          </a:p>
        </p:txBody>
      </p:sp>
      <p:sp>
        <p:nvSpPr>
          <p:cNvPr id="19" name="Shape 14"/>
          <p:cNvSpPr/>
          <p:nvPr/>
        </p:nvSpPr>
        <p:spPr>
          <a:xfrm>
            <a:off x="812800" y="3327400"/>
            <a:ext cx="5181600" cy="0"/>
          </a:xfrm>
          <a:prstGeom prst="line">
            <a:avLst/>
          </a:prstGeom>
          <a:noFill/>
          <a:ln w="25400">
            <a:solidFill>
              <a:srgbClr val="6B3BFF"/>
            </a:solidFill>
            <a:prstDash val="solid"/>
          </a:ln>
        </p:spPr>
        <p:txBody>
          <a:bodyPr/>
          <a:lstStyle/>
          <a:p>
            <a:pPr algn="r" rtl="1"/>
            <a:endParaRPr lang="en-US"/>
          </a:p>
        </p:txBody>
      </p:sp>
      <p:sp>
        <p:nvSpPr>
          <p:cNvPr id="20" name="Text 15"/>
          <p:cNvSpPr/>
          <p:nvPr/>
        </p:nvSpPr>
        <p:spPr>
          <a:xfrm>
            <a:off x="657352" y="3492500"/>
            <a:ext cx="5337048" cy="269240"/>
          </a:xfrm>
          <a:prstGeom prst="rect">
            <a:avLst/>
          </a:prstGeom>
          <a:noFill/>
          <a:ln/>
        </p:spPr>
        <p:txBody>
          <a:bodyPr wrap="square" lIns="0" tIns="0" rIns="0" bIns="0" rtlCol="0" anchor="t">
            <a:normAutofit/>
          </a:bodyPr>
          <a:lstStyle/>
          <a:p>
            <a:pPr marL="0" indent="0" algn="r" rtl="1">
              <a:lnSpc>
                <a:spcPts val="1920"/>
              </a:lnSpc>
              <a:buNone/>
            </a:pPr>
            <a:r>
              <a:rPr lang="en-US" sz="1600" b="1" dirty="0">
                <a:solidFill>
                  <a:srgbClr val="F3F0FF"/>
                </a:solidFill>
                <a:latin typeface="IBM Plex Sans Arabic" pitchFamily="34" charset="0"/>
                <a:ea typeface="IBM Plex Sans Arabic" pitchFamily="34" charset="-122"/>
                <a:cs typeface="IBM Plex Sans Arabic" pitchFamily="34" charset="-120"/>
              </a:rPr>
              <a:t>لماذا هذا المسار</a:t>
            </a:r>
            <a:endParaRPr lang="en-US" sz="1600" dirty="0"/>
          </a:p>
        </p:txBody>
      </p:sp>
      <p:sp>
        <p:nvSpPr>
          <p:cNvPr id="21" name="Text 16"/>
          <p:cNvSpPr/>
          <p:nvPr/>
        </p:nvSpPr>
        <p:spPr>
          <a:xfrm>
            <a:off x="657352" y="3825241"/>
            <a:ext cx="5337048" cy="274320"/>
          </a:xfrm>
          <a:prstGeom prst="rect">
            <a:avLst/>
          </a:prstGeom>
          <a:noFill/>
          <a:ln/>
        </p:spPr>
        <p:txBody>
          <a:bodyPr wrap="square" lIns="0" tIns="0" rIns="0" bIns="0" rtlCol="0" anchor="t">
            <a:normAutofit/>
          </a:bodyPr>
          <a:lstStyle/>
          <a:p>
            <a:pPr marL="0" indent="0" algn="r" rtl="1">
              <a:lnSpc>
                <a:spcPts val="1960"/>
              </a:lnSpc>
              <a:buNone/>
            </a:pPr>
            <a:r>
              <a:rPr lang="en-US" sz="1400" dirty="0">
                <a:solidFill>
                  <a:srgbClr val="C9C2F2"/>
                </a:solidFill>
                <a:latin typeface="IBM Plex Sans Arabic" pitchFamily="34" charset="0"/>
                <a:ea typeface="IBM Plex Sans Arabic" pitchFamily="34" charset="-122"/>
                <a:cs typeface="IBM Plex Sans Arabic" pitchFamily="34" charset="-120"/>
              </a:rPr>
              <a:t>قناة واحدة بدل المكالمات والواتساب</a:t>
            </a:r>
            <a:endParaRPr lang="en-US" sz="1400" dirty="0"/>
          </a:p>
        </p:txBody>
      </p:sp>
      <p:sp>
        <p:nvSpPr>
          <p:cNvPr id="22" name="Text 17"/>
          <p:cNvSpPr/>
          <p:nvPr/>
        </p:nvSpPr>
        <p:spPr>
          <a:xfrm>
            <a:off x="657352" y="4163061"/>
            <a:ext cx="5337048" cy="274320"/>
          </a:xfrm>
          <a:prstGeom prst="rect">
            <a:avLst/>
          </a:prstGeom>
          <a:noFill/>
          <a:ln/>
        </p:spPr>
        <p:txBody>
          <a:bodyPr wrap="square" lIns="0" tIns="0" rIns="0" bIns="0" rtlCol="0" anchor="t">
            <a:normAutofit/>
          </a:bodyPr>
          <a:lstStyle/>
          <a:p>
            <a:pPr marL="0" indent="0" algn="r" rtl="1">
              <a:lnSpc>
                <a:spcPts val="1960"/>
              </a:lnSpc>
              <a:buNone/>
            </a:pPr>
            <a:r>
              <a:rPr lang="en-US" sz="1400" dirty="0">
                <a:solidFill>
                  <a:srgbClr val="C9C2F2"/>
                </a:solidFill>
                <a:latin typeface="IBM Plex Sans Arabic" pitchFamily="34" charset="0"/>
                <a:ea typeface="IBM Plex Sans Arabic" pitchFamily="34" charset="-122"/>
                <a:cs typeface="IBM Plex Sans Arabic" pitchFamily="34" charset="-120"/>
              </a:rPr>
              <a:t>القادة يرون التأخير لحظة حدوثه</a:t>
            </a:r>
            <a:endParaRPr lang="en-US" sz="1400" dirty="0"/>
          </a:p>
        </p:txBody>
      </p:sp>
      <p:sp>
        <p:nvSpPr>
          <p:cNvPr id="23" name="Text 18"/>
          <p:cNvSpPr/>
          <p:nvPr/>
        </p:nvSpPr>
        <p:spPr>
          <a:xfrm>
            <a:off x="657352" y="4500880"/>
            <a:ext cx="5337048" cy="274320"/>
          </a:xfrm>
          <a:prstGeom prst="rect">
            <a:avLst/>
          </a:prstGeom>
          <a:noFill/>
          <a:ln/>
        </p:spPr>
        <p:txBody>
          <a:bodyPr wrap="square" lIns="0" tIns="0" rIns="0" bIns="0" rtlCol="0" anchor="t">
            <a:normAutofit/>
          </a:bodyPr>
          <a:lstStyle/>
          <a:p>
            <a:pPr marL="0" indent="0" algn="r" rtl="1">
              <a:lnSpc>
                <a:spcPts val="1960"/>
              </a:lnSpc>
              <a:buNone/>
            </a:pPr>
            <a:r>
              <a:rPr lang="en-US" sz="1400" dirty="0">
                <a:solidFill>
                  <a:srgbClr val="C9C2F2"/>
                </a:solidFill>
                <a:latin typeface="IBM Plex Sans Arabic" pitchFamily="34" charset="0"/>
                <a:ea typeface="IBM Plex Sans Arabic" pitchFamily="34" charset="-122"/>
                <a:cs typeface="IBM Plex Sans Arabic" pitchFamily="34" charset="-120"/>
              </a:rPr>
              <a:t>بلا تكلفة، وبلا بيانات حقيقية في النسخة الأولى</a:t>
            </a:r>
            <a:endParaRPr lang="en-US" sz="1400" dirty="0"/>
          </a:p>
        </p:txBody>
      </p:sp>
      <p:sp>
        <p:nvSpPr>
          <p:cNvPr id="24" name="Shape 19"/>
          <p:cNvSpPr/>
          <p:nvPr/>
        </p:nvSpPr>
        <p:spPr>
          <a:xfrm>
            <a:off x="6197600" y="3327400"/>
            <a:ext cx="5181600" cy="0"/>
          </a:xfrm>
          <a:prstGeom prst="line">
            <a:avLst/>
          </a:prstGeom>
          <a:noFill/>
          <a:ln w="25400">
            <a:solidFill>
              <a:srgbClr val="3DDC97"/>
            </a:solidFill>
            <a:prstDash val="solid"/>
          </a:ln>
        </p:spPr>
        <p:txBody>
          <a:bodyPr/>
          <a:lstStyle/>
          <a:p>
            <a:pPr algn="r" rtl="1"/>
            <a:endParaRPr lang="en-US"/>
          </a:p>
        </p:txBody>
      </p:sp>
      <p:sp>
        <p:nvSpPr>
          <p:cNvPr id="25" name="Text 20"/>
          <p:cNvSpPr/>
          <p:nvPr/>
        </p:nvSpPr>
        <p:spPr>
          <a:xfrm>
            <a:off x="6042152" y="3492500"/>
            <a:ext cx="5337048" cy="269240"/>
          </a:xfrm>
          <a:prstGeom prst="rect">
            <a:avLst/>
          </a:prstGeom>
          <a:noFill/>
          <a:ln/>
        </p:spPr>
        <p:txBody>
          <a:bodyPr wrap="square" lIns="0" tIns="0" rIns="0" bIns="0" rtlCol="0" anchor="t">
            <a:normAutofit/>
          </a:bodyPr>
          <a:lstStyle/>
          <a:p>
            <a:pPr marL="0" indent="0" algn="r" rtl="1">
              <a:lnSpc>
                <a:spcPts val="1920"/>
              </a:lnSpc>
              <a:buNone/>
            </a:pPr>
            <a:r>
              <a:rPr lang="en-US" sz="1600" b="1" dirty="0">
                <a:solidFill>
                  <a:srgbClr val="F3F0FF"/>
                </a:solidFill>
                <a:latin typeface="IBM Plex Sans Arabic" pitchFamily="34" charset="0"/>
                <a:ea typeface="IBM Plex Sans Arabic" pitchFamily="34" charset="-122"/>
                <a:cs typeface="IBM Plex Sans Arabic" pitchFamily="34" charset="-120"/>
              </a:rPr>
              <a:t>ما يبقى لك: قرار بشري</a:t>
            </a:r>
            <a:endParaRPr lang="en-US" sz="1600" dirty="0"/>
          </a:p>
        </p:txBody>
      </p:sp>
      <p:sp>
        <p:nvSpPr>
          <p:cNvPr id="26" name="Text 21"/>
          <p:cNvSpPr/>
          <p:nvPr/>
        </p:nvSpPr>
        <p:spPr>
          <a:xfrm>
            <a:off x="6042152" y="3825241"/>
            <a:ext cx="5337048" cy="274320"/>
          </a:xfrm>
          <a:prstGeom prst="rect">
            <a:avLst/>
          </a:prstGeom>
          <a:noFill/>
          <a:ln/>
        </p:spPr>
        <p:txBody>
          <a:bodyPr wrap="square" lIns="0" tIns="0" rIns="0" bIns="0" rtlCol="0" anchor="t">
            <a:normAutofit/>
          </a:bodyPr>
          <a:lstStyle/>
          <a:p>
            <a:pPr marL="0" indent="0" algn="r" rtl="1">
              <a:lnSpc>
                <a:spcPts val="1960"/>
              </a:lnSpc>
              <a:buNone/>
            </a:pPr>
            <a:r>
              <a:rPr lang="en-US" sz="1400" dirty="0">
                <a:solidFill>
                  <a:srgbClr val="C9C2F2"/>
                </a:solidFill>
                <a:latin typeface="IBM Plex Sans Arabic" pitchFamily="34" charset="0"/>
                <a:ea typeface="IBM Plex Sans Arabic" pitchFamily="34" charset="-122"/>
                <a:cs typeface="IBM Plex Sans Arabic" pitchFamily="34" charset="-120"/>
              </a:rPr>
              <a:t>اعتماد التقرير اليومي قبل مشاركته</a:t>
            </a:r>
            <a:endParaRPr lang="en-US" sz="1400" dirty="0"/>
          </a:p>
        </p:txBody>
      </p:sp>
      <p:sp>
        <p:nvSpPr>
          <p:cNvPr id="27" name="Text 22"/>
          <p:cNvSpPr/>
          <p:nvPr/>
        </p:nvSpPr>
        <p:spPr>
          <a:xfrm>
            <a:off x="6042152" y="4163061"/>
            <a:ext cx="5337048" cy="274320"/>
          </a:xfrm>
          <a:prstGeom prst="rect">
            <a:avLst/>
          </a:prstGeom>
          <a:noFill/>
          <a:ln/>
        </p:spPr>
        <p:txBody>
          <a:bodyPr wrap="square" lIns="0" tIns="0" rIns="0" bIns="0" rtlCol="0" anchor="t">
            <a:normAutofit/>
          </a:bodyPr>
          <a:lstStyle/>
          <a:p>
            <a:pPr marL="0" indent="0" algn="r" rtl="1">
              <a:lnSpc>
                <a:spcPts val="1960"/>
              </a:lnSpc>
              <a:buNone/>
            </a:pPr>
            <a:r>
              <a:rPr lang="en-US" sz="1400" dirty="0">
                <a:solidFill>
                  <a:srgbClr val="C9C2F2"/>
                </a:solidFill>
                <a:latin typeface="IBM Plex Sans Arabic" pitchFamily="34" charset="0"/>
                <a:ea typeface="IBM Plex Sans Arabic" pitchFamily="34" charset="-122"/>
                <a:cs typeface="IBM Plex Sans Arabic" pitchFamily="34" charset="-120"/>
              </a:rPr>
              <a:t>إعادة إسناد الضيوف والمهام</a:t>
            </a:r>
            <a:endParaRPr lang="en-US" sz="1400" dirty="0"/>
          </a:p>
        </p:txBody>
      </p:sp>
      <p:sp>
        <p:nvSpPr>
          <p:cNvPr id="28" name="Text 23"/>
          <p:cNvSpPr/>
          <p:nvPr/>
        </p:nvSpPr>
        <p:spPr>
          <a:xfrm>
            <a:off x="6042152" y="4500880"/>
            <a:ext cx="5337048" cy="274320"/>
          </a:xfrm>
          <a:prstGeom prst="rect">
            <a:avLst/>
          </a:prstGeom>
          <a:noFill/>
          <a:ln/>
        </p:spPr>
        <p:txBody>
          <a:bodyPr wrap="square" lIns="0" tIns="0" rIns="0" bIns="0" rtlCol="0" anchor="t">
            <a:normAutofit/>
          </a:bodyPr>
          <a:lstStyle/>
          <a:p>
            <a:pPr marL="0" indent="0" algn="r" rtl="1">
              <a:lnSpc>
                <a:spcPts val="1960"/>
              </a:lnSpc>
              <a:buNone/>
            </a:pPr>
            <a:r>
              <a:rPr lang="en-US" sz="1400" dirty="0">
                <a:solidFill>
                  <a:srgbClr val="C9C2F2"/>
                </a:solidFill>
                <a:latin typeface="IBM Plex Sans Arabic" pitchFamily="34" charset="0"/>
                <a:ea typeface="IBM Plex Sans Arabic" pitchFamily="34" charset="-122"/>
                <a:cs typeface="IBM Plex Sans Arabic" pitchFamily="34" charset="-120"/>
              </a:rPr>
              <a:t>معالجة طلبات اللجان المساندة الخمس</a:t>
            </a:r>
            <a:endParaRPr lang="en-US" sz="1400" dirty="0"/>
          </a:p>
        </p:txBody>
      </p:sp>
      <p:sp>
        <p:nvSpPr>
          <p:cNvPr id="29" name="Text 24"/>
          <p:cNvSpPr/>
          <p:nvPr/>
        </p:nvSpPr>
        <p:spPr>
          <a:xfrm>
            <a:off x="731869" y="6238239"/>
            <a:ext cx="485585" cy="238760"/>
          </a:xfrm>
          <a:prstGeom prst="rect">
            <a:avLst/>
          </a:prstGeom>
          <a:noFill/>
          <a:ln/>
        </p:spPr>
        <p:txBody>
          <a:bodyPr wrap="square" lIns="0" tIns="0" rIns="0" bIns="0" rtlCol="0" anchor="t">
            <a:normAutofit/>
          </a:bodyPr>
          <a:lstStyle/>
          <a:p>
            <a:pPr marL="0" indent="0" algn="r" rtl="1">
              <a:lnSpc>
                <a:spcPts val="1680"/>
              </a:lnSpc>
              <a:buNone/>
            </a:pPr>
            <a:r>
              <a:rPr lang="en-US" sz="1200" dirty="0">
                <a:solidFill>
                  <a:srgbClr val="8F88C9"/>
                </a:solidFill>
                <a:latin typeface="IBM Plex Sans Arabic" pitchFamily="34" charset="0"/>
                <a:ea typeface="IBM Plex Sans Arabic" pitchFamily="34" charset="-122"/>
                <a:cs typeface="IBM Plex Sans Arabic" pitchFamily="34" charset="-120"/>
              </a:rPr>
              <a:t>4 / 10</a:t>
            </a:r>
            <a:endParaRPr lang="en-US" sz="1200" dirty="0"/>
          </a:p>
        </p:txBody>
      </p:sp>
      <p:sp>
        <p:nvSpPr>
          <p:cNvPr id="30" name="Text 25"/>
          <p:cNvSpPr/>
          <p:nvPr/>
        </p:nvSpPr>
        <p:spPr>
          <a:xfrm>
            <a:off x="9184164" y="6238239"/>
            <a:ext cx="2195036" cy="238760"/>
          </a:xfrm>
          <a:prstGeom prst="rect">
            <a:avLst/>
          </a:prstGeom>
          <a:noFill/>
          <a:ln/>
        </p:spPr>
        <p:txBody>
          <a:bodyPr wrap="square" lIns="0" tIns="0" rIns="0" bIns="0" rtlCol="0" anchor="t">
            <a:normAutofit/>
          </a:bodyPr>
          <a:lstStyle/>
          <a:p>
            <a:pPr marL="0" indent="0" algn="r" rtl="1">
              <a:lnSpc>
                <a:spcPts val="1680"/>
              </a:lnSpc>
              <a:buNone/>
            </a:pPr>
            <a:r>
              <a:rPr lang="en-US" sz="1200" dirty="0">
                <a:solidFill>
                  <a:srgbClr val="8F88C9"/>
                </a:solidFill>
                <a:latin typeface="IBM Plex Sans Arabic" pitchFamily="34" charset="0"/>
                <a:ea typeface="IBM Plex Sans Arabic" pitchFamily="34" charset="-122"/>
                <a:cs typeface="IBM Plex Sans Arabic" pitchFamily="34" charset="-120"/>
              </a:rPr>
              <a:t>EventOps AI · لجنة البروتوكول</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A14E0"/>
        </a:solidFill>
        <a:effectLst/>
      </p:bgPr>
    </p:bg>
    <p:spTree>
      <p:nvGrpSpPr>
        <p:cNvPr id="1" name=""/>
        <p:cNvGrpSpPr/>
        <p:nvPr/>
      </p:nvGrpSpPr>
      <p:grpSpPr>
        <a:xfrm>
          <a:off x="0" y="0"/>
          <a:ext cx="0" cy="0"/>
          <a:chOff x="0" y="0"/>
          <a:chExt cx="0" cy="0"/>
        </a:xfrm>
      </p:grpSpPr>
      <p:sp>
        <p:nvSpPr>
          <p:cNvPr id="2" name="Text 0"/>
          <p:cNvSpPr/>
          <p:nvPr/>
        </p:nvSpPr>
        <p:spPr>
          <a:xfrm>
            <a:off x="495808" y="812800"/>
            <a:ext cx="10883392" cy="238760"/>
          </a:xfrm>
          <a:prstGeom prst="rect">
            <a:avLst/>
          </a:prstGeom>
          <a:noFill/>
          <a:ln/>
        </p:spPr>
        <p:txBody>
          <a:bodyPr wrap="square" lIns="0" tIns="0" rIns="0" bIns="0" rtlCol="0" anchor="t">
            <a:normAutofit/>
          </a:bodyPr>
          <a:lstStyle/>
          <a:p>
            <a:pPr marL="0" indent="0" algn="r" rtl="1">
              <a:lnSpc>
                <a:spcPts val="1680"/>
              </a:lnSpc>
              <a:buNone/>
            </a:pPr>
            <a:r>
              <a:rPr lang="en-US" sz="1200" dirty="0">
                <a:solidFill>
                  <a:srgbClr val="E4DBFF"/>
                </a:solidFill>
                <a:latin typeface="IBM Plex Sans Arabic" pitchFamily="34" charset="0"/>
                <a:ea typeface="IBM Plex Sans Arabic" pitchFamily="34" charset="-122"/>
                <a:cs typeface="IBM Plex Sans Arabic" pitchFamily="34" charset="-120"/>
              </a:rPr>
              <a:t>التجربة الحية · الدقيقتان 3 و4</a:t>
            </a:r>
            <a:endParaRPr lang="en-US" sz="1200" dirty="0"/>
          </a:p>
        </p:txBody>
      </p:sp>
      <p:sp>
        <p:nvSpPr>
          <p:cNvPr id="3" name="Text 1"/>
          <p:cNvSpPr>
            <a:spLocks noGrp="1"/>
          </p:cNvSpPr>
          <p:nvPr>
            <p:ph type="title"/>
          </p:nvPr>
        </p:nvSpPr>
        <p:spPr>
          <a:xfrm>
            <a:off x="495808" y="1102361"/>
            <a:ext cx="10883392" cy="492760"/>
          </a:xfrm>
          <a:prstGeom prst="rect">
            <a:avLst/>
          </a:prstGeom>
          <a:noFill/>
          <a:ln/>
        </p:spPr>
        <p:txBody>
          <a:bodyPr wrap="square" lIns="0" tIns="0" rIns="0" bIns="0" rtlCol="0" anchor="t">
            <a:normAutofit/>
          </a:bodyPr>
          <a:lstStyle/>
          <a:p>
            <a:pPr marL="0" indent="0" algn="r" rtl="1">
              <a:lnSpc>
                <a:spcPts val="3680"/>
              </a:lnSpc>
              <a:buNone/>
            </a:pPr>
            <a:r>
              <a:rPr lang="en-US" sz="3200" b="1" i="0" dirty="0">
                <a:solidFill>
                  <a:srgbClr val="F3F0FF"/>
                </a:solidFill>
                <a:latin typeface="IBM Plex Sans Arabic" pitchFamily="34" charset="0"/>
                <a:ea typeface="IBM Plex Sans Arabic" pitchFamily="34" charset="-122"/>
                <a:cs typeface="IBM Plex Sans Arabic" pitchFamily="34" charset="-120"/>
              </a:rPr>
              <a:t>رحلة ضيف كاملة، ثم طلب مساعدة</a:t>
            </a:r>
            <a:endParaRPr lang="en-US" sz="3200" dirty="0"/>
          </a:p>
        </p:txBody>
      </p:sp>
      <p:sp>
        <p:nvSpPr>
          <p:cNvPr id="4" name="Text 2"/>
          <p:cNvSpPr/>
          <p:nvPr/>
        </p:nvSpPr>
        <p:spPr>
          <a:xfrm>
            <a:off x="513334" y="1935482"/>
            <a:ext cx="10281666" cy="309880"/>
          </a:xfrm>
          <a:prstGeom prst="rect">
            <a:avLst/>
          </a:prstGeom>
          <a:noFill/>
          <a:ln/>
        </p:spPr>
        <p:txBody>
          <a:bodyPr wrap="square" lIns="0" tIns="0" rIns="0" bIns="0" rtlCol="0" anchor="t">
            <a:normAutofit/>
          </a:bodyPr>
          <a:lstStyle/>
          <a:p>
            <a:pPr marL="0" indent="0" algn="r" rtl="1">
              <a:lnSpc>
                <a:spcPts val="2240"/>
              </a:lnSpc>
              <a:buNone/>
            </a:pPr>
            <a:r>
              <a:rPr lang="en-US" sz="1600" b="1" dirty="0">
                <a:solidFill>
                  <a:srgbClr val="F3F0FF"/>
                </a:solidFill>
                <a:latin typeface="IBM Plex Sans Arabic" pitchFamily="34" charset="0"/>
                <a:ea typeface="IBM Plex Sans Arabic" pitchFamily="34" charset="-122"/>
                <a:cs typeface="IBM Plex Sans Arabic" pitchFamily="34" charset="-120"/>
              </a:rPr>
              <a:t>الضيف:</a:t>
            </a:r>
            <a:r>
              <a:rPr lang="en-US" sz="1600" dirty="0">
                <a:solidFill>
                  <a:srgbClr val="F3F0FF"/>
                </a:solidFill>
                <a:latin typeface="IBM Plex Sans Arabic" pitchFamily="34" charset="0"/>
                <a:ea typeface="IBM Plex Sans Arabic" pitchFamily="34" charset="-122"/>
                <a:cs typeface="IBM Plex Sans Arabic" pitchFamily="34" charset="-120"/>
              </a:rPr>
              <a:t> يختار البوابة 1 والموقف P-21، ثم «أنا قريب» و«وصلت»</a:t>
            </a:r>
            <a:endParaRPr lang="en-US" sz="1600" dirty="0"/>
          </a:p>
        </p:txBody>
      </p:sp>
      <p:sp>
        <p:nvSpPr>
          <p:cNvPr id="5" name="Text 3"/>
          <p:cNvSpPr/>
          <p:nvPr/>
        </p:nvSpPr>
        <p:spPr>
          <a:xfrm>
            <a:off x="10972800" y="1874521"/>
            <a:ext cx="406400" cy="406400"/>
          </a:xfrm>
          <a:custGeom>
            <a:avLst/>
            <a:gdLst/>
            <a:ahLst/>
            <a:cxnLst/>
            <a:rect l="l" t="t" r="r" b="b"/>
            <a:pathLst>
              <a:path w="406400" h="406400">
                <a:moveTo>
                  <a:pt x="203200" y="0"/>
                </a:moveTo>
                <a:lnTo>
                  <a:pt x="203200" y="0"/>
                </a:lnTo>
                <a:arcTo wR="203200" hR="203200" stAng="16200000" swAng="5400000"/>
                <a:lnTo>
                  <a:pt x="406400" y="203200"/>
                </a:lnTo>
                <a:arcTo wR="203200" hR="203200" stAng="0" swAng="5400000"/>
                <a:lnTo>
                  <a:pt x="203200" y="406400"/>
                </a:lnTo>
                <a:arcTo wR="203200" hR="203200" stAng="5400000" swAng="5400000"/>
                <a:lnTo>
                  <a:pt x="0" y="203200"/>
                </a:lnTo>
                <a:arcTo wR="203200" hR="203200" stAng="10800000" swAng="5400000"/>
                <a:close/>
              </a:path>
            </a:pathLst>
          </a:custGeom>
          <a:solidFill>
            <a:srgbClr val="F3F0FF"/>
          </a:solidFill>
          <a:ln/>
        </p:spPr>
        <p:txBody>
          <a:bodyPr wrap="square" lIns="0" tIns="0" rIns="0" bIns="0" rtlCol="0" anchor="t">
            <a:normAutofit/>
          </a:bodyPr>
          <a:lstStyle/>
          <a:p>
            <a:pPr marL="0" indent="0" algn="r" rtl="1">
              <a:lnSpc>
                <a:spcPts val="3200"/>
              </a:lnSpc>
              <a:buNone/>
            </a:pPr>
            <a:r>
              <a:rPr lang="en-US" sz="1600" b="1" dirty="0">
                <a:solidFill>
                  <a:srgbClr val="2A14E0"/>
                </a:solidFill>
                <a:latin typeface="IBM Plex Sans Arabic" pitchFamily="34" charset="0"/>
                <a:ea typeface="IBM Plex Sans Arabic" pitchFamily="34" charset="-122"/>
                <a:cs typeface="IBM Plex Sans Arabic" pitchFamily="34" charset="-120"/>
              </a:rPr>
              <a:t>1</a:t>
            </a:r>
            <a:endParaRPr lang="en-US" sz="1600" dirty="0"/>
          </a:p>
        </p:txBody>
      </p:sp>
      <p:sp>
        <p:nvSpPr>
          <p:cNvPr id="6" name="Text 4"/>
          <p:cNvSpPr/>
          <p:nvPr/>
        </p:nvSpPr>
        <p:spPr>
          <a:xfrm>
            <a:off x="513334" y="2468882"/>
            <a:ext cx="10281666" cy="309880"/>
          </a:xfrm>
          <a:prstGeom prst="rect">
            <a:avLst/>
          </a:prstGeom>
          <a:noFill/>
          <a:ln/>
        </p:spPr>
        <p:txBody>
          <a:bodyPr wrap="square" lIns="0" tIns="0" rIns="0" bIns="0" rtlCol="0" anchor="t">
            <a:normAutofit/>
          </a:bodyPr>
          <a:lstStyle/>
          <a:p>
            <a:pPr marL="0" indent="0" algn="r" rtl="1">
              <a:lnSpc>
                <a:spcPts val="2240"/>
              </a:lnSpc>
              <a:buNone/>
            </a:pPr>
            <a:r>
              <a:rPr lang="en-US" sz="1600" b="1" dirty="0">
                <a:solidFill>
                  <a:srgbClr val="F3F0FF"/>
                </a:solidFill>
                <a:latin typeface="IBM Plex Sans Arabic" pitchFamily="34" charset="0"/>
                <a:ea typeface="IBM Plex Sans Arabic" pitchFamily="34" charset="-122"/>
                <a:cs typeface="IBM Plex Sans Arabic" pitchFamily="34" charset="-120"/>
              </a:rPr>
              <a:t>عضو الاستقبال:</a:t>
            </a:r>
            <a:r>
              <a:rPr lang="en-US" sz="1600" dirty="0">
                <a:solidFill>
                  <a:srgbClr val="F3F0FF"/>
                </a:solidFill>
                <a:latin typeface="IBM Plex Sans Arabic" pitchFamily="34" charset="0"/>
                <a:ea typeface="IBM Plex Sans Arabic" pitchFamily="34" charset="-122"/>
                <a:cs typeface="IBM Plex Sans Arabic" pitchFamily="34" charset="-120"/>
              </a:rPr>
              <a:t> يرى التنبيه، ويؤكد الاستقبال ثم المرافقة</a:t>
            </a:r>
            <a:endParaRPr lang="en-US" sz="1600" dirty="0"/>
          </a:p>
        </p:txBody>
      </p:sp>
      <p:sp>
        <p:nvSpPr>
          <p:cNvPr id="7" name="Text 5"/>
          <p:cNvSpPr/>
          <p:nvPr/>
        </p:nvSpPr>
        <p:spPr>
          <a:xfrm>
            <a:off x="10972800" y="2407921"/>
            <a:ext cx="406400" cy="406400"/>
          </a:xfrm>
          <a:custGeom>
            <a:avLst/>
            <a:gdLst/>
            <a:ahLst/>
            <a:cxnLst/>
            <a:rect l="l" t="t" r="r" b="b"/>
            <a:pathLst>
              <a:path w="406400" h="406400">
                <a:moveTo>
                  <a:pt x="203200" y="0"/>
                </a:moveTo>
                <a:lnTo>
                  <a:pt x="203200" y="0"/>
                </a:lnTo>
                <a:arcTo wR="203200" hR="203200" stAng="16200000" swAng="5400000"/>
                <a:lnTo>
                  <a:pt x="406400" y="203200"/>
                </a:lnTo>
                <a:arcTo wR="203200" hR="203200" stAng="0" swAng="5400000"/>
                <a:lnTo>
                  <a:pt x="203200" y="406400"/>
                </a:lnTo>
                <a:arcTo wR="203200" hR="203200" stAng="5400000" swAng="5400000"/>
                <a:lnTo>
                  <a:pt x="0" y="203200"/>
                </a:lnTo>
                <a:arcTo wR="203200" hR="203200" stAng="10800000" swAng="5400000"/>
                <a:close/>
              </a:path>
            </a:pathLst>
          </a:custGeom>
          <a:solidFill>
            <a:srgbClr val="F3F0FF"/>
          </a:solidFill>
          <a:ln/>
        </p:spPr>
        <p:txBody>
          <a:bodyPr wrap="square" lIns="0" tIns="0" rIns="0" bIns="0" rtlCol="0" anchor="t">
            <a:normAutofit/>
          </a:bodyPr>
          <a:lstStyle/>
          <a:p>
            <a:pPr marL="0" indent="0" algn="r" rtl="1">
              <a:lnSpc>
                <a:spcPts val="3200"/>
              </a:lnSpc>
              <a:buNone/>
            </a:pPr>
            <a:r>
              <a:rPr lang="en-US" sz="1600" b="1" dirty="0">
                <a:solidFill>
                  <a:srgbClr val="2A14E0"/>
                </a:solidFill>
                <a:latin typeface="IBM Plex Sans Arabic" pitchFamily="34" charset="0"/>
                <a:ea typeface="IBM Plex Sans Arabic" pitchFamily="34" charset="-122"/>
                <a:cs typeface="IBM Plex Sans Arabic" pitchFamily="34" charset="-120"/>
              </a:rPr>
              <a:t>2</a:t>
            </a:r>
            <a:endParaRPr lang="en-US" sz="1600" dirty="0"/>
          </a:p>
        </p:txBody>
      </p:sp>
      <p:sp>
        <p:nvSpPr>
          <p:cNvPr id="8" name="Text 6"/>
          <p:cNvSpPr/>
          <p:nvPr/>
        </p:nvSpPr>
        <p:spPr>
          <a:xfrm>
            <a:off x="513334" y="3002282"/>
            <a:ext cx="10281666" cy="309880"/>
          </a:xfrm>
          <a:prstGeom prst="rect">
            <a:avLst/>
          </a:prstGeom>
          <a:noFill/>
          <a:ln/>
        </p:spPr>
        <p:txBody>
          <a:bodyPr wrap="square" lIns="0" tIns="0" rIns="0" bIns="0" rtlCol="0" anchor="t">
            <a:normAutofit/>
          </a:bodyPr>
          <a:lstStyle/>
          <a:p>
            <a:pPr marL="0" indent="0" algn="r" rtl="1">
              <a:lnSpc>
                <a:spcPts val="2240"/>
              </a:lnSpc>
              <a:buNone/>
            </a:pPr>
            <a:r>
              <a:rPr lang="en-US" sz="1600" b="1" dirty="0">
                <a:solidFill>
                  <a:srgbClr val="F3F0FF"/>
                </a:solidFill>
                <a:latin typeface="IBM Plex Sans Arabic" pitchFamily="34" charset="0"/>
                <a:ea typeface="IBM Plex Sans Arabic" pitchFamily="34" charset="-122"/>
                <a:cs typeface="IBM Plex Sans Arabic" pitchFamily="34" charset="-120"/>
              </a:rPr>
              <a:t>قيادة البروتوكول:</a:t>
            </a:r>
            <a:r>
              <a:rPr lang="en-US" sz="1600" dirty="0">
                <a:solidFill>
                  <a:srgbClr val="F3F0FF"/>
                </a:solidFill>
                <a:latin typeface="IBM Plex Sans Arabic" pitchFamily="34" charset="0"/>
                <a:ea typeface="IBM Plex Sans Arabic" pitchFamily="34" charset="-122"/>
                <a:cs typeface="IBM Plex Sans Arabic" pitchFamily="34" charset="-120"/>
              </a:rPr>
              <a:t> الأرقام تتحدث فورًا في لوحة القيادة</a:t>
            </a:r>
            <a:endParaRPr lang="en-US" sz="1600" dirty="0"/>
          </a:p>
        </p:txBody>
      </p:sp>
      <p:sp>
        <p:nvSpPr>
          <p:cNvPr id="9" name="Text 7"/>
          <p:cNvSpPr/>
          <p:nvPr/>
        </p:nvSpPr>
        <p:spPr>
          <a:xfrm>
            <a:off x="10972800" y="2941321"/>
            <a:ext cx="406400" cy="406400"/>
          </a:xfrm>
          <a:custGeom>
            <a:avLst/>
            <a:gdLst/>
            <a:ahLst/>
            <a:cxnLst/>
            <a:rect l="l" t="t" r="r" b="b"/>
            <a:pathLst>
              <a:path w="406400" h="406400">
                <a:moveTo>
                  <a:pt x="203200" y="0"/>
                </a:moveTo>
                <a:lnTo>
                  <a:pt x="203200" y="0"/>
                </a:lnTo>
                <a:arcTo wR="203200" hR="203200" stAng="16200000" swAng="5400000"/>
                <a:lnTo>
                  <a:pt x="406400" y="203200"/>
                </a:lnTo>
                <a:arcTo wR="203200" hR="203200" stAng="0" swAng="5400000"/>
                <a:lnTo>
                  <a:pt x="203200" y="406400"/>
                </a:lnTo>
                <a:arcTo wR="203200" hR="203200" stAng="5400000" swAng="5400000"/>
                <a:lnTo>
                  <a:pt x="0" y="203200"/>
                </a:lnTo>
                <a:arcTo wR="203200" hR="203200" stAng="10800000" swAng="5400000"/>
                <a:close/>
              </a:path>
            </a:pathLst>
          </a:custGeom>
          <a:solidFill>
            <a:srgbClr val="F3F0FF"/>
          </a:solidFill>
          <a:ln/>
        </p:spPr>
        <p:txBody>
          <a:bodyPr wrap="square" lIns="0" tIns="0" rIns="0" bIns="0" rtlCol="0" anchor="t">
            <a:normAutofit/>
          </a:bodyPr>
          <a:lstStyle/>
          <a:p>
            <a:pPr marL="0" indent="0" algn="r" rtl="1">
              <a:lnSpc>
                <a:spcPts val="3200"/>
              </a:lnSpc>
              <a:buNone/>
            </a:pPr>
            <a:r>
              <a:rPr lang="en-US" sz="1600" b="1" dirty="0">
                <a:solidFill>
                  <a:srgbClr val="2A14E0"/>
                </a:solidFill>
                <a:latin typeface="IBM Plex Sans Arabic" pitchFamily="34" charset="0"/>
                <a:ea typeface="IBM Plex Sans Arabic" pitchFamily="34" charset="-122"/>
                <a:cs typeface="IBM Plex Sans Arabic" pitchFamily="34" charset="-120"/>
              </a:rPr>
              <a:t>3</a:t>
            </a:r>
            <a:endParaRPr lang="en-US" sz="1600" dirty="0"/>
          </a:p>
        </p:txBody>
      </p:sp>
      <p:sp>
        <p:nvSpPr>
          <p:cNvPr id="10" name="Text 8"/>
          <p:cNvSpPr/>
          <p:nvPr/>
        </p:nvSpPr>
        <p:spPr>
          <a:xfrm>
            <a:off x="513334" y="3535682"/>
            <a:ext cx="10281666" cy="309880"/>
          </a:xfrm>
          <a:prstGeom prst="rect">
            <a:avLst/>
          </a:prstGeom>
          <a:noFill/>
          <a:ln/>
        </p:spPr>
        <p:txBody>
          <a:bodyPr wrap="square" lIns="0" tIns="0" rIns="0" bIns="0" rtlCol="0" anchor="t">
            <a:normAutofit/>
          </a:bodyPr>
          <a:lstStyle/>
          <a:p>
            <a:pPr marL="0" indent="0" algn="r" rtl="1">
              <a:lnSpc>
                <a:spcPts val="2240"/>
              </a:lnSpc>
              <a:buNone/>
            </a:pPr>
            <a:r>
              <a:rPr lang="en-US" sz="1600" b="1" dirty="0">
                <a:solidFill>
                  <a:srgbClr val="F3F0FF"/>
                </a:solidFill>
                <a:latin typeface="IBM Plex Sans Arabic" pitchFamily="34" charset="0"/>
                <a:ea typeface="IBM Plex Sans Arabic" pitchFamily="34" charset="-122"/>
                <a:cs typeface="IBM Plex Sans Arabic" pitchFamily="34" charset="-120"/>
              </a:rPr>
              <a:t>طلب مساعدة:</a:t>
            </a:r>
            <a:r>
              <a:rPr lang="en-US" sz="1600" dirty="0">
                <a:solidFill>
                  <a:srgbClr val="F3F0FF"/>
                </a:solidFill>
                <a:latin typeface="IBM Plex Sans Arabic" pitchFamily="34" charset="0"/>
                <a:ea typeface="IBM Plex Sans Arabic" pitchFamily="34" charset="-122"/>
                <a:cs typeface="IBM Plex Sans Arabic" pitchFamily="34" charset="-120"/>
              </a:rPr>
              <a:t> لم يُستلم خلال 3 دقائق، فيُصعَّد تلقائيًا إلى قائد المسار</a:t>
            </a:r>
            <a:endParaRPr lang="en-US" sz="1600" dirty="0"/>
          </a:p>
        </p:txBody>
      </p:sp>
      <p:sp>
        <p:nvSpPr>
          <p:cNvPr id="11" name="Text 9"/>
          <p:cNvSpPr/>
          <p:nvPr/>
        </p:nvSpPr>
        <p:spPr>
          <a:xfrm>
            <a:off x="10972800" y="3474721"/>
            <a:ext cx="406400" cy="406400"/>
          </a:xfrm>
          <a:custGeom>
            <a:avLst/>
            <a:gdLst/>
            <a:ahLst/>
            <a:cxnLst/>
            <a:rect l="l" t="t" r="r" b="b"/>
            <a:pathLst>
              <a:path w="406400" h="406400">
                <a:moveTo>
                  <a:pt x="203200" y="0"/>
                </a:moveTo>
                <a:lnTo>
                  <a:pt x="203200" y="0"/>
                </a:lnTo>
                <a:arcTo wR="203200" hR="203200" stAng="16200000" swAng="5400000"/>
                <a:lnTo>
                  <a:pt x="406400" y="203200"/>
                </a:lnTo>
                <a:arcTo wR="203200" hR="203200" stAng="0" swAng="5400000"/>
                <a:lnTo>
                  <a:pt x="203200" y="406400"/>
                </a:lnTo>
                <a:arcTo wR="203200" hR="203200" stAng="5400000" swAng="5400000"/>
                <a:lnTo>
                  <a:pt x="0" y="203200"/>
                </a:lnTo>
                <a:arcTo wR="203200" hR="203200" stAng="10800000" swAng="5400000"/>
                <a:close/>
              </a:path>
            </a:pathLst>
          </a:custGeom>
          <a:solidFill>
            <a:srgbClr val="F3F0FF"/>
          </a:solidFill>
          <a:ln/>
        </p:spPr>
        <p:txBody>
          <a:bodyPr wrap="square" lIns="0" tIns="0" rIns="0" bIns="0" rtlCol="0" anchor="t">
            <a:normAutofit/>
          </a:bodyPr>
          <a:lstStyle/>
          <a:p>
            <a:pPr marL="0" indent="0" algn="r" rtl="1">
              <a:lnSpc>
                <a:spcPts val="3200"/>
              </a:lnSpc>
              <a:buNone/>
            </a:pPr>
            <a:r>
              <a:rPr lang="en-US" sz="1600" b="1" dirty="0">
                <a:solidFill>
                  <a:srgbClr val="2A14E0"/>
                </a:solidFill>
                <a:latin typeface="IBM Plex Sans Arabic" pitchFamily="34" charset="0"/>
                <a:ea typeface="IBM Plex Sans Arabic" pitchFamily="34" charset="-122"/>
                <a:cs typeface="IBM Plex Sans Arabic" pitchFamily="34" charset="-120"/>
              </a:rPr>
              <a:t>4</a:t>
            </a:r>
            <a:endParaRPr lang="en-US" sz="1600" dirty="0"/>
          </a:p>
        </p:txBody>
      </p:sp>
      <p:sp>
        <p:nvSpPr>
          <p:cNvPr id="12" name="Text 10"/>
          <p:cNvSpPr/>
          <p:nvPr/>
        </p:nvSpPr>
        <p:spPr>
          <a:xfrm>
            <a:off x="812800" y="4185921"/>
            <a:ext cx="10566400" cy="552450"/>
          </a:xfrm>
          <a:prstGeom prst="roundRect">
            <a:avLst>
              <a:gd name="adj" fmla="val 18391"/>
            </a:avLst>
          </a:prstGeom>
          <a:solidFill>
            <a:srgbClr val="1D0EA8"/>
          </a:solidFill>
          <a:ln/>
        </p:spPr>
        <p:txBody>
          <a:bodyPr wrap="square" lIns="0" tIns="122642" rIns="173442" bIns="97242" rtlCol="0" anchor="t">
            <a:normAutofit/>
          </a:bodyPr>
          <a:lstStyle/>
          <a:p>
            <a:pPr marL="0" indent="0" algn="r" rtl="1">
              <a:lnSpc>
                <a:spcPts val="1950"/>
              </a:lnSpc>
              <a:buNone/>
            </a:pPr>
            <a:r>
              <a:rPr lang="en-US" sz="1300" dirty="0">
                <a:solidFill>
                  <a:srgbClr val="E4DBFF"/>
                </a:solidFill>
                <a:latin typeface="IBM Plex Sans Arabic" pitchFamily="34" charset="0"/>
                <a:ea typeface="IBM Plex Sans Arabic" pitchFamily="34" charset="-122"/>
                <a:cs typeface="IBM Plex Sans Arabic" pitchFamily="34" charset="-120"/>
              </a:rPr>
              <a:t>المادة المعالجة: 40 ضيفًا و42 عضوًا بأسماء وأرقام وهمية · الرابط: saadtaw.github.io/eventops-ai · إن تعطل الاتصال: الشريحة التالية</a:t>
            </a:r>
            <a:endParaRPr lang="en-US" sz="1300" dirty="0"/>
          </a:p>
        </p:txBody>
      </p:sp>
      <p:sp>
        <p:nvSpPr>
          <p:cNvPr id="13" name="Text 11"/>
          <p:cNvSpPr/>
          <p:nvPr/>
        </p:nvSpPr>
        <p:spPr>
          <a:xfrm>
            <a:off x="731869" y="6238239"/>
            <a:ext cx="485585" cy="238760"/>
          </a:xfrm>
          <a:prstGeom prst="rect">
            <a:avLst/>
          </a:prstGeom>
          <a:noFill/>
          <a:ln/>
        </p:spPr>
        <p:txBody>
          <a:bodyPr wrap="square" lIns="0" tIns="0" rIns="0" bIns="0" rtlCol="0" anchor="t">
            <a:normAutofit/>
          </a:bodyPr>
          <a:lstStyle/>
          <a:p>
            <a:pPr marL="0" indent="0" algn="r" rtl="1">
              <a:lnSpc>
                <a:spcPts val="1680"/>
              </a:lnSpc>
              <a:buNone/>
            </a:pPr>
            <a:r>
              <a:rPr lang="en-US" sz="1200" dirty="0">
                <a:solidFill>
                  <a:srgbClr val="C9C2F2"/>
                </a:solidFill>
                <a:latin typeface="IBM Plex Sans Arabic" pitchFamily="34" charset="0"/>
                <a:ea typeface="IBM Plex Sans Arabic" pitchFamily="34" charset="-122"/>
                <a:cs typeface="IBM Plex Sans Arabic" pitchFamily="34" charset="-120"/>
              </a:rPr>
              <a:t>5 / 10</a:t>
            </a:r>
            <a:endParaRPr lang="en-US" sz="1200" dirty="0"/>
          </a:p>
        </p:txBody>
      </p:sp>
      <p:sp>
        <p:nvSpPr>
          <p:cNvPr id="14" name="Text 12"/>
          <p:cNvSpPr/>
          <p:nvPr/>
        </p:nvSpPr>
        <p:spPr>
          <a:xfrm>
            <a:off x="9184164" y="6238239"/>
            <a:ext cx="2195036" cy="238760"/>
          </a:xfrm>
          <a:prstGeom prst="rect">
            <a:avLst/>
          </a:prstGeom>
          <a:noFill/>
          <a:ln/>
        </p:spPr>
        <p:txBody>
          <a:bodyPr wrap="square" lIns="0" tIns="0" rIns="0" bIns="0" rtlCol="0" anchor="t">
            <a:normAutofit/>
          </a:bodyPr>
          <a:lstStyle/>
          <a:p>
            <a:pPr marL="0" indent="0" algn="r" rtl="1">
              <a:lnSpc>
                <a:spcPts val="1680"/>
              </a:lnSpc>
              <a:buNone/>
            </a:pPr>
            <a:r>
              <a:rPr lang="en-US" sz="1200" dirty="0">
                <a:solidFill>
                  <a:srgbClr val="C9C2F2"/>
                </a:solidFill>
                <a:latin typeface="IBM Plex Sans Arabic" pitchFamily="34" charset="0"/>
                <a:ea typeface="IBM Plex Sans Arabic" pitchFamily="34" charset="-122"/>
                <a:cs typeface="IBM Plex Sans Arabic" pitchFamily="34" charset="-120"/>
              </a:rPr>
              <a:t>EventOps AI · لجنة البروتوكول</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638"/>
        </a:solidFill>
        <a:effectLst/>
      </p:bgPr>
    </p:bg>
    <p:spTree>
      <p:nvGrpSpPr>
        <p:cNvPr id="1" name=""/>
        <p:cNvGrpSpPr/>
        <p:nvPr/>
      </p:nvGrpSpPr>
      <p:grpSpPr>
        <a:xfrm>
          <a:off x="0" y="0"/>
          <a:ext cx="0" cy="0"/>
          <a:chOff x="0" y="0"/>
          <a:chExt cx="0" cy="0"/>
        </a:xfrm>
      </p:grpSpPr>
      <p:sp>
        <p:nvSpPr>
          <p:cNvPr id="2" name="Text 0"/>
          <p:cNvSpPr/>
          <p:nvPr/>
        </p:nvSpPr>
        <p:spPr>
          <a:xfrm>
            <a:off x="495808" y="812800"/>
            <a:ext cx="10883392" cy="238760"/>
          </a:xfrm>
          <a:prstGeom prst="rect">
            <a:avLst/>
          </a:prstGeom>
          <a:noFill/>
          <a:ln/>
        </p:spPr>
        <p:txBody>
          <a:bodyPr wrap="square" lIns="0" tIns="0" rIns="0" bIns="0" rtlCol="0" anchor="t">
            <a:normAutofit/>
          </a:bodyPr>
          <a:lstStyle/>
          <a:p>
            <a:pPr marL="0" indent="0" algn="r" rtl="1">
              <a:lnSpc>
                <a:spcPts val="1680"/>
              </a:lnSpc>
              <a:buNone/>
            </a:pPr>
            <a:r>
              <a:rPr lang="en-US" sz="1200" dirty="0">
                <a:solidFill>
                  <a:srgbClr val="B8A4FF"/>
                </a:solidFill>
                <a:latin typeface="IBM Plex Sans Arabic" pitchFamily="34" charset="0"/>
                <a:ea typeface="IBM Plex Sans Arabic" pitchFamily="34" charset="-122"/>
                <a:cs typeface="IBM Plex Sans Arabic" pitchFamily="34" charset="-120"/>
              </a:rPr>
              <a:t>نسخة احتياطية · إن تعطل الإنترنت</a:t>
            </a:r>
            <a:endParaRPr lang="en-US" sz="1200" dirty="0"/>
          </a:p>
        </p:txBody>
      </p:sp>
      <p:sp>
        <p:nvSpPr>
          <p:cNvPr id="3" name="Text 1"/>
          <p:cNvSpPr>
            <a:spLocks noGrp="1"/>
          </p:cNvSpPr>
          <p:nvPr>
            <p:ph type="title"/>
          </p:nvPr>
        </p:nvSpPr>
        <p:spPr>
          <a:xfrm>
            <a:off x="495808" y="1102361"/>
            <a:ext cx="10883392" cy="492760"/>
          </a:xfrm>
          <a:prstGeom prst="rect">
            <a:avLst/>
          </a:prstGeom>
          <a:noFill/>
          <a:ln/>
        </p:spPr>
        <p:txBody>
          <a:bodyPr wrap="square" lIns="0" tIns="0" rIns="0" bIns="0" rtlCol="0" anchor="t">
            <a:normAutofit/>
          </a:bodyPr>
          <a:lstStyle/>
          <a:p>
            <a:pPr marL="0" indent="0" algn="r" rtl="1">
              <a:lnSpc>
                <a:spcPts val="3680"/>
              </a:lnSpc>
              <a:buNone/>
            </a:pPr>
            <a:r>
              <a:rPr lang="en-US" sz="3200" b="1" i="0" dirty="0">
                <a:solidFill>
                  <a:srgbClr val="F3F0FF"/>
                </a:solidFill>
                <a:latin typeface="IBM Plex Sans Arabic" pitchFamily="34" charset="0"/>
                <a:ea typeface="IBM Plex Sans Arabic" pitchFamily="34" charset="-122"/>
                <a:cs typeface="IBM Plex Sans Arabic" pitchFamily="34" charset="-120"/>
              </a:rPr>
              <a:t>الرحلة نفسها بلقطات من النموذج</a:t>
            </a:r>
            <a:endParaRPr lang="en-US" sz="3200" dirty="0"/>
          </a:p>
        </p:txBody>
      </p:sp>
      <p:sp>
        <p:nvSpPr>
          <p:cNvPr id="4" name="Shape 2"/>
          <p:cNvSpPr/>
          <p:nvPr/>
        </p:nvSpPr>
        <p:spPr>
          <a:xfrm>
            <a:off x="812800" y="1874521"/>
            <a:ext cx="3302000" cy="2082800"/>
          </a:xfrm>
          <a:prstGeom prst="roundRect">
            <a:avLst>
              <a:gd name="adj" fmla="val 4878"/>
            </a:avLst>
          </a:prstGeom>
          <a:solidFill>
            <a:srgbClr val="120C6E"/>
          </a:solidFill>
          <a:ln/>
        </p:spPr>
        <p:txBody>
          <a:bodyPr/>
          <a:lstStyle/>
          <a:p>
            <a:pPr algn="r" rtl="1"/>
            <a:endParaRPr lang="en-US"/>
          </a:p>
        </p:txBody>
      </p:sp>
      <p:pic>
        <p:nvPicPr>
          <p:cNvPr id="5" name="Image 0" descr="لوحة القيادة: 10 واصلون و7 تم استقبالهم والمسارات الأربعة"/>
          <p:cNvPicPr>
            <a:picLocks noChangeAspect="1"/>
          </p:cNvPicPr>
          <p:nvPr/>
        </p:nvPicPr>
        <p:blipFill>
          <a:blip r:embed="rId3"/>
          <a:srcRect l="-151" r="-151"/>
          <a:stretch/>
        </p:blipFill>
        <p:spPr>
          <a:xfrm>
            <a:off x="819150" y="1880871"/>
            <a:ext cx="3289300" cy="2070100"/>
          </a:xfrm>
          <a:prstGeom prst="roundRect">
            <a:avLst>
              <a:gd name="adj" fmla="val 4601"/>
            </a:avLst>
          </a:prstGeom>
        </p:spPr>
      </p:pic>
      <p:sp>
        <p:nvSpPr>
          <p:cNvPr id="6" name="Shape 3"/>
          <p:cNvSpPr/>
          <p:nvPr/>
        </p:nvSpPr>
        <p:spPr>
          <a:xfrm>
            <a:off x="815975" y="1877696"/>
            <a:ext cx="3295650" cy="2076450"/>
          </a:xfrm>
          <a:prstGeom prst="roundRect">
            <a:avLst>
              <a:gd name="adj" fmla="val 4740"/>
            </a:avLst>
          </a:prstGeom>
          <a:noFill/>
          <a:ln w="6350">
            <a:solidFill>
              <a:srgbClr val="2E2690"/>
            </a:solidFill>
            <a:prstDash val="solid"/>
          </a:ln>
        </p:spPr>
        <p:txBody>
          <a:bodyPr/>
          <a:lstStyle/>
          <a:p>
            <a:pPr algn="r" rtl="1"/>
            <a:endParaRPr lang="en-US"/>
          </a:p>
        </p:txBody>
      </p:sp>
      <p:sp>
        <p:nvSpPr>
          <p:cNvPr id="7" name="Text 4"/>
          <p:cNvSpPr/>
          <p:nvPr/>
        </p:nvSpPr>
        <p:spPr>
          <a:xfrm>
            <a:off x="711202" y="4058921"/>
            <a:ext cx="3488212" cy="274320"/>
          </a:xfrm>
          <a:prstGeom prst="rect">
            <a:avLst/>
          </a:prstGeom>
          <a:noFill/>
          <a:ln/>
        </p:spPr>
        <p:txBody>
          <a:bodyPr wrap="square" lIns="0" tIns="0" rIns="0" bIns="0" rtlCol="0" anchor="t">
            <a:normAutofit/>
          </a:bodyPr>
          <a:lstStyle/>
          <a:p>
            <a:pPr marL="0" indent="0" algn="r" rtl="1">
              <a:lnSpc>
                <a:spcPts val="1960"/>
              </a:lnSpc>
              <a:buNone/>
            </a:pPr>
            <a:r>
              <a:rPr lang="en-US" sz="1400" dirty="0">
                <a:solidFill>
                  <a:srgbClr val="B8A4FF"/>
                </a:solidFill>
                <a:latin typeface="IBM Plex Sans Arabic" pitchFamily="34" charset="0"/>
                <a:ea typeface="IBM Plex Sans Arabic" pitchFamily="34" charset="-122"/>
                <a:cs typeface="IBM Plex Sans Arabic" pitchFamily="34" charset="-120"/>
              </a:rPr>
              <a:t>3 ·</a:t>
            </a:r>
            <a:r>
              <a:rPr lang="en-US" sz="1400" dirty="0">
                <a:solidFill>
                  <a:srgbClr val="F3F0FF"/>
                </a:solidFill>
                <a:latin typeface="IBM Plex Sans Arabic" pitchFamily="34" charset="0"/>
                <a:ea typeface="IBM Plex Sans Arabic" pitchFamily="34" charset="-122"/>
                <a:cs typeface="IBM Plex Sans Arabic" pitchFamily="34" charset="-120"/>
              </a:rPr>
              <a:t> لوحة القيادة: 10 واصلون، و7 تم استقبالهم</a:t>
            </a:r>
            <a:endParaRPr lang="en-US" sz="1400" dirty="0"/>
          </a:p>
        </p:txBody>
      </p:sp>
      <p:sp>
        <p:nvSpPr>
          <p:cNvPr id="8" name="Shape 5"/>
          <p:cNvSpPr/>
          <p:nvPr/>
        </p:nvSpPr>
        <p:spPr>
          <a:xfrm>
            <a:off x="4402614" y="1874521"/>
            <a:ext cx="3302000" cy="2082800"/>
          </a:xfrm>
          <a:prstGeom prst="roundRect">
            <a:avLst>
              <a:gd name="adj" fmla="val 4878"/>
            </a:avLst>
          </a:prstGeom>
          <a:solidFill>
            <a:srgbClr val="120C6E"/>
          </a:solidFill>
          <a:ln/>
        </p:spPr>
        <p:txBody>
          <a:bodyPr/>
          <a:lstStyle/>
          <a:p>
            <a:pPr algn="r" rtl="1"/>
            <a:endParaRPr lang="en-US"/>
          </a:p>
        </p:txBody>
      </p:sp>
      <p:pic>
        <p:nvPicPr>
          <p:cNvPr id="9" name="Image 1" descr="صفحة الاستقبال: ثلاثة تنبيهات وزر تأكيد الاستقبال"/>
          <p:cNvPicPr>
            <a:picLocks noChangeAspect="1"/>
          </p:cNvPicPr>
          <p:nvPr/>
        </p:nvPicPr>
        <p:blipFill>
          <a:blip r:embed="rId4"/>
          <a:srcRect l="-151" r="-151"/>
          <a:stretch/>
        </p:blipFill>
        <p:spPr>
          <a:xfrm>
            <a:off x="4408964" y="1880871"/>
            <a:ext cx="3289300" cy="2070100"/>
          </a:xfrm>
          <a:prstGeom prst="roundRect">
            <a:avLst>
              <a:gd name="adj" fmla="val 4601"/>
            </a:avLst>
          </a:prstGeom>
        </p:spPr>
      </p:pic>
      <p:sp>
        <p:nvSpPr>
          <p:cNvPr id="10" name="Shape 6"/>
          <p:cNvSpPr/>
          <p:nvPr/>
        </p:nvSpPr>
        <p:spPr>
          <a:xfrm>
            <a:off x="4405789" y="1877696"/>
            <a:ext cx="3295650" cy="2076450"/>
          </a:xfrm>
          <a:prstGeom prst="roundRect">
            <a:avLst>
              <a:gd name="adj" fmla="val 4740"/>
            </a:avLst>
          </a:prstGeom>
          <a:noFill/>
          <a:ln w="6350">
            <a:solidFill>
              <a:srgbClr val="2E2690"/>
            </a:solidFill>
            <a:prstDash val="solid"/>
          </a:ln>
        </p:spPr>
        <p:txBody>
          <a:bodyPr/>
          <a:lstStyle/>
          <a:p>
            <a:pPr algn="r" rtl="1"/>
            <a:endParaRPr lang="en-US"/>
          </a:p>
        </p:txBody>
      </p:sp>
      <p:sp>
        <p:nvSpPr>
          <p:cNvPr id="11" name="Text 7"/>
          <p:cNvSpPr/>
          <p:nvPr/>
        </p:nvSpPr>
        <p:spPr>
          <a:xfrm>
            <a:off x="4301013" y="4058921"/>
            <a:ext cx="3488294" cy="274320"/>
          </a:xfrm>
          <a:prstGeom prst="rect">
            <a:avLst/>
          </a:prstGeom>
          <a:noFill/>
          <a:ln/>
        </p:spPr>
        <p:txBody>
          <a:bodyPr wrap="square" lIns="0" tIns="0" rIns="0" bIns="0" rtlCol="0" anchor="t">
            <a:normAutofit/>
          </a:bodyPr>
          <a:lstStyle/>
          <a:p>
            <a:pPr marL="0" indent="0" algn="r" rtl="1">
              <a:lnSpc>
                <a:spcPts val="1960"/>
              </a:lnSpc>
              <a:buNone/>
            </a:pPr>
            <a:r>
              <a:rPr lang="en-US" sz="1400" dirty="0">
                <a:solidFill>
                  <a:srgbClr val="B8A4FF"/>
                </a:solidFill>
                <a:latin typeface="IBM Plex Sans Arabic" pitchFamily="34" charset="0"/>
                <a:ea typeface="IBM Plex Sans Arabic" pitchFamily="34" charset="-122"/>
                <a:cs typeface="IBM Plex Sans Arabic" pitchFamily="34" charset="-120"/>
              </a:rPr>
              <a:t>2 ·</a:t>
            </a:r>
            <a:r>
              <a:rPr lang="en-US" sz="1400" dirty="0">
                <a:solidFill>
                  <a:srgbClr val="F3F0FF"/>
                </a:solidFill>
                <a:latin typeface="IBM Plex Sans Arabic" pitchFamily="34" charset="0"/>
                <a:ea typeface="IBM Plex Sans Arabic" pitchFamily="34" charset="-122"/>
                <a:cs typeface="IBM Plex Sans Arabic" pitchFamily="34" charset="-120"/>
              </a:rPr>
              <a:t> المستقبل يرى التنبيهات ويؤكد الاستقبال</a:t>
            </a:r>
            <a:endParaRPr lang="en-US" sz="1400" dirty="0"/>
          </a:p>
        </p:txBody>
      </p:sp>
      <p:sp>
        <p:nvSpPr>
          <p:cNvPr id="12" name="Shape 8"/>
          <p:cNvSpPr/>
          <p:nvPr/>
        </p:nvSpPr>
        <p:spPr>
          <a:xfrm>
            <a:off x="7992507" y="1874521"/>
            <a:ext cx="3302000" cy="2082800"/>
          </a:xfrm>
          <a:prstGeom prst="roundRect">
            <a:avLst>
              <a:gd name="adj" fmla="val 4878"/>
            </a:avLst>
          </a:prstGeom>
          <a:solidFill>
            <a:srgbClr val="120C6E"/>
          </a:solidFill>
          <a:ln/>
        </p:spPr>
        <p:txBody>
          <a:bodyPr/>
          <a:lstStyle/>
          <a:p>
            <a:pPr algn="r" rtl="1"/>
            <a:endParaRPr lang="en-US"/>
          </a:p>
        </p:txBody>
      </p:sp>
      <p:pic>
        <p:nvPicPr>
          <p:cNvPr id="13" name="Image 2" descr="بوابة الضيف: الضيف أبلغ بالاقتراب واختار البوابة 1 والموقف P-21"/>
          <p:cNvPicPr>
            <a:picLocks noChangeAspect="1"/>
          </p:cNvPicPr>
          <p:nvPr/>
        </p:nvPicPr>
        <p:blipFill>
          <a:blip r:embed="rId5"/>
          <a:srcRect l="-151" r="-151"/>
          <a:stretch/>
        </p:blipFill>
        <p:spPr>
          <a:xfrm>
            <a:off x="7998857" y="1880871"/>
            <a:ext cx="3289300" cy="2070100"/>
          </a:xfrm>
          <a:prstGeom prst="roundRect">
            <a:avLst>
              <a:gd name="adj" fmla="val 4601"/>
            </a:avLst>
          </a:prstGeom>
        </p:spPr>
      </p:pic>
      <p:sp>
        <p:nvSpPr>
          <p:cNvPr id="14" name="Shape 9"/>
          <p:cNvSpPr/>
          <p:nvPr/>
        </p:nvSpPr>
        <p:spPr>
          <a:xfrm>
            <a:off x="7995682" y="1877696"/>
            <a:ext cx="3295650" cy="2076450"/>
          </a:xfrm>
          <a:prstGeom prst="roundRect">
            <a:avLst>
              <a:gd name="adj" fmla="val 4740"/>
            </a:avLst>
          </a:prstGeom>
          <a:noFill/>
          <a:ln w="6350">
            <a:solidFill>
              <a:srgbClr val="2E2690"/>
            </a:solidFill>
            <a:prstDash val="solid"/>
          </a:ln>
        </p:spPr>
        <p:txBody>
          <a:bodyPr/>
          <a:lstStyle/>
          <a:p>
            <a:pPr algn="r" rtl="1"/>
            <a:endParaRPr lang="en-US"/>
          </a:p>
        </p:txBody>
      </p:sp>
      <p:sp>
        <p:nvSpPr>
          <p:cNvPr id="15" name="Text 10"/>
          <p:cNvSpPr/>
          <p:nvPr/>
        </p:nvSpPr>
        <p:spPr>
          <a:xfrm>
            <a:off x="7890906" y="4058921"/>
            <a:ext cx="3488294" cy="523240"/>
          </a:xfrm>
          <a:prstGeom prst="rect">
            <a:avLst/>
          </a:prstGeom>
          <a:noFill/>
          <a:ln/>
        </p:spPr>
        <p:txBody>
          <a:bodyPr wrap="square" lIns="0" tIns="0" rIns="0" bIns="0" rtlCol="0" anchor="t">
            <a:normAutofit/>
          </a:bodyPr>
          <a:lstStyle/>
          <a:p>
            <a:pPr marL="0" indent="0" algn="r" rtl="1">
              <a:lnSpc>
                <a:spcPts val="1960"/>
              </a:lnSpc>
              <a:buNone/>
            </a:pPr>
            <a:r>
              <a:rPr lang="en-US" sz="1400" dirty="0">
                <a:solidFill>
                  <a:srgbClr val="B8A4FF"/>
                </a:solidFill>
                <a:latin typeface="IBM Plex Sans Arabic" pitchFamily="34" charset="0"/>
                <a:ea typeface="IBM Plex Sans Arabic" pitchFamily="34" charset="-122"/>
                <a:cs typeface="IBM Plex Sans Arabic" pitchFamily="34" charset="-120"/>
              </a:rPr>
              <a:t>1 ·</a:t>
            </a:r>
            <a:r>
              <a:rPr lang="en-US" sz="1400" dirty="0">
                <a:solidFill>
                  <a:srgbClr val="F3F0FF"/>
                </a:solidFill>
                <a:latin typeface="IBM Plex Sans Arabic" pitchFamily="34" charset="0"/>
                <a:ea typeface="IBM Plex Sans Arabic" pitchFamily="34" charset="-122"/>
                <a:cs typeface="IBM Plex Sans Arabic" pitchFamily="34" charset="-120"/>
              </a:rPr>
              <a:t> الضيف يبلغ بالاقتراب، ويحدد البوابة 1 والموقف P-21</a:t>
            </a:r>
            <a:endParaRPr lang="en-US" sz="1400" dirty="0"/>
          </a:p>
        </p:txBody>
      </p:sp>
      <p:sp>
        <p:nvSpPr>
          <p:cNvPr id="16" name="Text 11"/>
          <p:cNvSpPr/>
          <p:nvPr/>
        </p:nvSpPr>
        <p:spPr>
          <a:xfrm>
            <a:off x="731869" y="6238239"/>
            <a:ext cx="485585" cy="238760"/>
          </a:xfrm>
          <a:prstGeom prst="rect">
            <a:avLst/>
          </a:prstGeom>
          <a:noFill/>
          <a:ln/>
        </p:spPr>
        <p:txBody>
          <a:bodyPr wrap="square" lIns="0" tIns="0" rIns="0" bIns="0" rtlCol="0" anchor="t">
            <a:normAutofit/>
          </a:bodyPr>
          <a:lstStyle/>
          <a:p>
            <a:pPr marL="0" indent="0" algn="r" rtl="1">
              <a:lnSpc>
                <a:spcPts val="1680"/>
              </a:lnSpc>
              <a:buNone/>
            </a:pPr>
            <a:r>
              <a:rPr lang="en-US" sz="1200" dirty="0">
                <a:solidFill>
                  <a:srgbClr val="8F88C9"/>
                </a:solidFill>
                <a:latin typeface="IBM Plex Sans Arabic" pitchFamily="34" charset="0"/>
                <a:ea typeface="IBM Plex Sans Arabic" pitchFamily="34" charset="-122"/>
                <a:cs typeface="IBM Plex Sans Arabic" pitchFamily="34" charset="-120"/>
              </a:rPr>
              <a:t>6 / 10</a:t>
            </a:r>
            <a:endParaRPr lang="en-US" sz="1200" dirty="0"/>
          </a:p>
        </p:txBody>
      </p:sp>
      <p:sp>
        <p:nvSpPr>
          <p:cNvPr id="17" name="Text 12"/>
          <p:cNvSpPr/>
          <p:nvPr/>
        </p:nvSpPr>
        <p:spPr>
          <a:xfrm>
            <a:off x="7895241" y="6238239"/>
            <a:ext cx="3483959" cy="238760"/>
          </a:xfrm>
          <a:prstGeom prst="rect">
            <a:avLst/>
          </a:prstGeom>
          <a:noFill/>
          <a:ln/>
        </p:spPr>
        <p:txBody>
          <a:bodyPr wrap="square" lIns="0" tIns="0" rIns="0" bIns="0" rtlCol="0" anchor="t">
            <a:normAutofit/>
          </a:bodyPr>
          <a:lstStyle/>
          <a:p>
            <a:pPr marL="0" indent="0" algn="r" rtl="1">
              <a:lnSpc>
                <a:spcPts val="1680"/>
              </a:lnSpc>
              <a:buNone/>
            </a:pPr>
            <a:r>
              <a:rPr lang="en-US" sz="1200" dirty="0">
                <a:solidFill>
                  <a:srgbClr val="8F88C9"/>
                </a:solidFill>
                <a:latin typeface="IBM Plex Sans Arabic" pitchFamily="34" charset="0"/>
                <a:ea typeface="IBM Plex Sans Arabic" pitchFamily="34" charset="-122"/>
                <a:cs typeface="IBM Plex Sans Arabic" pitchFamily="34" charset="-120"/>
              </a:rPr>
              <a:t>لقطات من النموذج ببيانات تجريبية · EventOps AI</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638"/>
        </a:solidFill>
        <a:effectLst/>
      </p:bgPr>
    </p:bg>
    <p:spTree>
      <p:nvGrpSpPr>
        <p:cNvPr id="1" name=""/>
        <p:cNvGrpSpPr/>
        <p:nvPr/>
      </p:nvGrpSpPr>
      <p:grpSpPr>
        <a:xfrm>
          <a:off x="0" y="0"/>
          <a:ext cx="0" cy="0"/>
          <a:chOff x="0" y="0"/>
          <a:chExt cx="0" cy="0"/>
        </a:xfrm>
      </p:grpSpPr>
      <p:sp>
        <p:nvSpPr>
          <p:cNvPr id="2" name="Text 0"/>
          <p:cNvSpPr/>
          <p:nvPr/>
        </p:nvSpPr>
        <p:spPr>
          <a:xfrm>
            <a:off x="495808" y="812800"/>
            <a:ext cx="10883392" cy="238760"/>
          </a:xfrm>
          <a:prstGeom prst="rect">
            <a:avLst/>
          </a:prstGeom>
          <a:noFill/>
          <a:ln/>
        </p:spPr>
        <p:txBody>
          <a:bodyPr wrap="square" lIns="0" tIns="0" rIns="0" bIns="0" rtlCol="0" anchor="t">
            <a:normAutofit/>
          </a:bodyPr>
          <a:lstStyle/>
          <a:p>
            <a:pPr marL="0" indent="0" algn="r" rtl="1">
              <a:lnSpc>
                <a:spcPts val="1680"/>
              </a:lnSpc>
              <a:buNone/>
            </a:pPr>
            <a:r>
              <a:rPr lang="en-US" sz="1200" dirty="0">
                <a:solidFill>
                  <a:srgbClr val="B8A4FF"/>
                </a:solidFill>
                <a:latin typeface="IBM Plex Sans Arabic" pitchFamily="34" charset="0"/>
                <a:ea typeface="IBM Plex Sans Arabic" pitchFamily="34" charset="-122"/>
                <a:cs typeface="IBM Plex Sans Arabic" pitchFamily="34" charset="-120"/>
              </a:rPr>
              <a:t>النتيجة · الدقيقة 5</a:t>
            </a:r>
            <a:endParaRPr lang="en-US" sz="1200" dirty="0"/>
          </a:p>
        </p:txBody>
      </p:sp>
      <p:sp>
        <p:nvSpPr>
          <p:cNvPr id="3" name="Text 1"/>
          <p:cNvSpPr>
            <a:spLocks noGrp="1"/>
          </p:cNvSpPr>
          <p:nvPr>
            <p:ph type="title"/>
          </p:nvPr>
        </p:nvSpPr>
        <p:spPr>
          <a:xfrm>
            <a:off x="495808" y="1102361"/>
            <a:ext cx="10883392" cy="492760"/>
          </a:xfrm>
          <a:prstGeom prst="rect">
            <a:avLst/>
          </a:prstGeom>
          <a:noFill/>
          <a:ln/>
        </p:spPr>
        <p:txBody>
          <a:bodyPr wrap="square" lIns="0" tIns="0" rIns="0" bIns="0" rtlCol="0" anchor="t">
            <a:normAutofit/>
          </a:bodyPr>
          <a:lstStyle/>
          <a:p>
            <a:pPr marL="0" indent="0" algn="r" rtl="1">
              <a:lnSpc>
                <a:spcPts val="3680"/>
              </a:lnSpc>
              <a:buNone/>
            </a:pPr>
            <a:r>
              <a:rPr lang="en-US" sz="3200" b="1" i="0" dirty="0">
                <a:solidFill>
                  <a:srgbClr val="F3F0FF"/>
                </a:solidFill>
                <a:latin typeface="IBM Plex Sans Arabic" pitchFamily="34" charset="0"/>
                <a:ea typeface="IBM Plex Sans Arabic" pitchFamily="34" charset="-122"/>
                <a:cs typeface="IBM Plex Sans Arabic" pitchFamily="34" charset="-120"/>
              </a:rPr>
              <a:t>بعد: 12 </a:t>
            </a:r>
            <a:r>
              <a:rPr lang="en-US" sz="3200" b="1" i="0" dirty="0" err="1">
                <a:solidFill>
                  <a:srgbClr val="F3F0FF"/>
                </a:solidFill>
                <a:latin typeface="IBM Plex Sans Arabic" pitchFamily="34" charset="0"/>
                <a:ea typeface="IBM Plex Sans Arabic" pitchFamily="34" charset="-122"/>
                <a:cs typeface="IBM Plex Sans Arabic" pitchFamily="34" charset="-120"/>
              </a:rPr>
              <a:t>دقيقة</a:t>
            </a:r>
            <a:r>
              <a:rPr lang="en-US" sz="3200" b="1" i="0" dirty="0">
                <a:solidFill>
                  <a:srgbClr val="F3F0FF"/>
                </a:solidFill>
                <a:latin typeface="IBM Plex Sans Arabic" pitchFamily="34" charset="0"/>
                <a:ea typeface="IBM Plex Sans Arabic" pitchFamily="34" charset="-122"/>
                <a:cs typeface="IBM Plex Sans Arabic" pitchFamily="34" charset="-120"/>
              </a:rPr>
              <a:t> </a:t>
            </a:r>
            <a:r>
              <a:rPr lang="en-US" sz="3200" b="1" i="0" dirty="0" err="1">
                <a:solidFill>
                  <a:srgbClr val="F3F0FF"/>
                </a:solidFill>
                <a:latin typeface="IBM Plex Sans Arabic" pitchFamily="34" charset="0"/>
                <a:ea typeface="IBM Plex Sans Arabic" pitchFamily="34" charset="-122"/>
                <a:cs typeface="IBM Plex Sans Arabic" pitchFamily="34" charset="-120"/>
              </a:rPr>
              <a:t>بدل</a:t>
            </a:r>
            <a:r>
              <a:rPr lang="en-US" sz="3200" b="1" i="0" dirty="0">
                <a:solidFill>
                  <a:srgbClr val="F3F0FF"/>
                </a:solidFill>
                <a:latin typeface="IBM Plex Sans Arabic" pitchFamily="34" charset="0"/>
                <a:ea typeface="IBM Plex Sans Arabic" pitchFamily="34" charset="-122"/>
                <a:cs typeface="IBM Plex Sans Arabic" pitchFamily="34" charset="-120"/>
              </a:rPr>
              <a:t> 20 لكل ضيف</a:t>
            </a:r>
            <a:endParaRPr lang="en-US" sz="3200" dirty="0"/>
          </a:p>
        </p:txBody>
      </p:sp>
      <p:sp>
        <p:nvSpPr>
          <p:cNvPr id="4" name="Text 2"/>
          <p:cNvSpPr/>
          <p:nvPr/>
        </p:nvSpPr>
        <p:spPr>
          <a:xfrm>
            <a:off x="711202" y="1874521"/>
            <a:ext cx="3488212" cy="787400"/>
          </a:xfrm>
          <a:prstGeom prst="rect">
            <a:avLst/>
          </a:prstGeom>
          <a:noFill/>
          <a:ln/>
        </p:spPr>
        <p:txBody>
          <a:bodyPr wrap="square" lIns="0" tIns="0" rIns="0" bIns="0" rtlCol="0" anchor="t">
            <a:normAutofit/>
          </a:bodyPr>
          <a:lstStyle/>
          <a:p>
            <a:pPr marL="0" indent="0" algn="r" rtl="1">
              <a:lnSpc>
                <a:spcPts val="6000"/>
              </a:lnSpc>
              <a:buNone/>
            </a:pPr>
            <a:r>
              <a:rPr lang="en-US" sz="6000" b="1" dirty="0">
                <a:solidFill>
                  <a:srgbClr val="B8A4FF"/>
                </a:solidFill>
                <a:latin typeface="IBM Plex Sans Arabic" pitchFamily="34" charset="0"/>
                <a:ea typeface="IBM Plex Sans Arabic" pitchFamily="34" charset="-122"/>
                <a:cs typeface="IBM Plex Sans Arabic" pitchFamily="34" charset="-120"/>
              </a:rPr>
              <a:t>1 ← 3</a:t>
            </a:r>
            <a:endParaRPr lang="en-US" sz="6000" dirty="0"/>
          </a:p>
        </p:txBody>
      </p:sp>
      <p:sp>
        <p:nvSpPr>
          <p:cNvPr id="5" name="Text 3"/>
          <p:cNvSpPr/>
          <p:nvPr/>
        </p:nvSpPr>
        <p:spPr>
          <a:xfrm>
            <a:off x="711202" y="2687321"/>
            <a:ext cx="3488212" cy="309880"/>
          </a:xfrm>
          <a:prstGeom prst="rect">
            <a:avLst/>
          </a:prstGeom>
          <a:noFill/>
          <a:ln/>
        </p:spPr>
        <p:txBody>
          <a:bodyPr wrap="square" lIns="0" tIns="0" rIns="0" bIns="0" rtlCol="0" anchor="t">
            <a:normAutofit/>
          </a:bodyPr>
          <a:lstStyle/>
          <a:p>
            <a:pPr marL="0" indent="0" algn="r" rtl="1">
              <a:lnSpc>
                <a:spcPts val="2240"/>
              </a:lnSpc>
              <a:buNone/>
            </a:pPr>
            <a:r>
              <a:rPr lang="en-US" sz="1600" dirty="0">
                <a:solidFill>
                  <a:srgbClr val="F3F0FF"/>
                </a:solidFill>
                <a:latin typeface="IBM Plex Sans Arabic" pitchFamily="34" charset="0"/>
                <a:ea typeface="IBM Plex Sans Arabic" pitchFamily="34" charset="-122"/>
                <a:cs typeface="IBM Plex Sans Arabic" pitchFamily="34" charset="-120"/>
              </a:rPr>
              <a:t>أشخاص يعلمون بالوصول فورًا</a:t>
            </a:r>
            <a:endParaRPr lang="en-US" sz="1600" dirty="0"/>
          </a:p>
        </p:txBody>
      </p:sp>
      <p:sp>
        <p:nvSpPr>
          <p:cNvPr id="6" name="Text 4"/>
          <p:cNvSpPr/>
          <p:nvPr/>
        </p:nvSpPr>
        <p:spPr>
          <a:xfrm>
            <a:off x="711202" y="3022600"/>
            <a:ext cx="3488212" cy="238760"/>
          </a:xfrm>
          <a:prstGeom prst="rect">
            <a:avLst/>
          </a:prstGeom>
          <a:noFill/>
          <a:ln/>
        </p:spPr>
        <p:txBody>
          <a:bodyPr wrap="square" lIns="0" tIns="0" rIns="0" bIns="0" rtlCol="0" anchor="t">
            <a:normAutofit/>
          </a:bodyPr>
          <a:lstStyle/>
          <a:p>
            <a:pPr marL="0" indent="0" algn="r" rtl="1">
              <a:lnSpc>
                <a:spcPts val="1680"/>
              </a:lnSpc>
              <a:buNone/>
            </a:pPr>
            <a:r>
              <a:rPr lang="en-US" sz="1200" dirty="0">
                <a:solidFill>
                  <a:srgbClr val="C9C2F2"/>
                </a:solidFill>
                <a:latin typeface="IBM Plex Sans Arabic" pitchFamily="34" charset="0"/>
                <a:ea typeface="IBM Plex Sans Arabic" pitchFamily="34" charset="-122"/>
                <a:cs typeface="IBM Plex Sans Arabic" pitchFamily="34" charset="-120"/>
              </a:rPr>
              <a:t>المستقبل ومسؤول البوابة وقائد المسار</a:t>
            </a:r>
            <a:endParaRPr lang="en-US" sz="1200" dirty="0"/>
          </a:p>
        </p:txBody>
      </p:sp>
      <p:sp>
        <p:nvSpPr>
          <p:cNvPr id="7" name="Text 5"/>
          <p:cNvSpPr/>
          <p:nvPr/>
        </p:nvSpPr>
        <p:spPr>
          <a:xfrm>
            <a:off x="4301013" y="1874521"/>
            <a:ext cx="3488294" cy="787400"/>
          </a:xfrm>
          <a:prstGeom prst="rect">
            <a:avLst/>
          </a:prstGeom>
          <a:noFill/>
          <a:ln/>
        </p:spPr>
        <p:txBody>
          <a:bodyPr wrap="square" lIns="0" tIns="0" rIns="0" bIns="0" rtlCol="0" anchor="t">
            <a:normAutofit/>
          </a:bodyPr>
          <a:lstStyle/>
          <a:p>
            <a:pPr marL="0" indent="0" algn="r" rtl="1">
              <a:lnSpc>
                <a:spcPts val="6000"/>
              </a:lnSpc>
              <a:buNone/>
            </a:pPr>
            <a:r>
              <a:rPr lang="en-US" sz="6000" b="1" dirty="0">
                <a:solidFill>
                  <a:srgbClr val="B8A4FF"/>
                </a:solidFill>
                <a:latin typeface="IBM Plex Sans Arabic" pitchFamily="34" charset="0"/>
                <a:ea typeface="IBM Plex Sans Arabic" pitchFamily="34" charset="-122"/>
                <a:cs typeface="IBM Plex Sans Arabic" pitchFamily="34" charset="-120"/>
              </a:rPr>
              <a:t>5 ← 1</a:t>
            </a:r>
            <a:endParaRPr lang="en-US" sz="6000" dirty="0"/>
          </a:p>
        </p:txBody>
      </p:sp>
      <p:sp>
        <p:nvSpPr>
          <p:cNvPr id="8" name="Text 6"/>
          <p:cNvSpPr/>
          <p:nvPr/>
        </p:nvSpPr>
        <p:spPr>
          <a:xfrm>
            <a:off x="4301013" y="2687321"/>
            <a:ext cx="3488294" cy="309880"/>
          </a:xfrm>
          <a:prstGeom prst="rect">
            <a:avLst/>
          </a:prstGeom>
          <a:noFill/>
          <a:ln/>
        </p:spPr>
        <p:txBody>
          <a:bodyPr wrap="square" lIns="0" tIns="0" rIns="0" bIns="0" rtlCol="0" anchor="t">
            <a:normAutofit/>
          </a:bodyPr>
          <a:lstStyle/>
          <a:p>
            <a:pPr marL="0" indent="0" algn="r" rtl="1">
              <a:lnSpc>
                <a:spcPts val="2240"/>
              </a:lnSpc>
              <a:buNone/>
            </a:pPr>
            <a:r>
              <a:rPr lang="en-US" sz="1600" dirty="0">
                <a:solidFill>
                  <a:srgbClr val="F3F0FF"/>
                </a:solidFill>
                <a:latin typeface="IBM Plex Sans Arabic" pitchFamily="34" charset="0"/>
                <a:ea typeface="IBM Plex Sans Arabic" pitchFamily="34" charset="-122"/>
                <a:cs typeface="IBM Plex Sans Arabic" pitchFamily="34" charset="-120"/>
              </a:rPr>
              <a:t>خطوات تواصل من الضيف</a:t>
            </a:r>
            <a:endParaRPr lang="en-US" sz="1600" dirty="0"/>
          </a:p>
        </p:txBody>
      </p:sp>
      <p:sp>
        <p:nvSpPr>
          <p:cNvPr id="9" name="Text 7"/>
          <p:cNvSpPr/>
          <p:nvPr/>
        </p:nvSpPr>
        <p:spPr>
          <a:xfrm>
            <a:off x="4301013" y="3022600"/>
            <a:ext cx="3488294" cy="238760"/>
          </a:xfrm>
          <a:prstGeom prst="rect">
            <a:avLst/>
          </a:prstGeom>
          <a:noFill/>
          <a:ln/>
        </p:spPr>
        <p:txBody>
          <a:bodyPr wrap="square" lIns="0" tIns="0" rIns="0" bIns="0" rtlCol="0" anchor="t">
            <a:normAutofit/>
          </a:bodyPr>
          <a:lstStyle/>
          <a:p>
            <a:pPr marL="0" indent="0" algn="r" rtl="1">
              <a:lnSpc>
                <a:spcPts val="1680"/>
              </a:lnSpc>
              <a:buNone/>
            </a:pPr>
            <a:r>
              <a:rPr lang="en-US" sz="1200" dirty="0">
                <a:solidFill>
                  <a:srgbClr val="C9C2F2"/>
                </a:solidFill>
                <a:latin typeface="IBM Plex Sans Arabic" pitchFamily="34" charset="0"/>
                <a:ea typeface="IBM Plex Sans Arabic" pitchFamily="34" charset="-122"/>
                <a:cs typeface="IBM Plex Sans Arabic" pitchFamily="34" charset="-120"/>
              </a:rPr>
              <a:t>ضغطة «وصلت» بدل المكالمات والرسائل</a:t>
            </a:r>
            <a:endParaRPr lang="en-US" sz="1200" dirty="0"/>
          </a:p>
        </p:txBody>
      </p:sp>
      <p:sp>
        <p:nvSpPr>
          <p:cNvPr id="10" name="Text 8"/>
          <p:cNvSpPr/>
          <p:nvPr/>
        </p:nvSpPr>
        <p:spPr>
          <a:xfrm>
            <a:off x="7890906" y="1874521"/>
            <a:ext cx="3488294" cy="787400"/>
          </a:xfrm>
          <a:prstGeom prst="rect">
            <a:avLst/>
          </a:prstGeom>
          <a:noFill/>
          <a:ln/>
        </p:spPr>
        <p:txBody>
          <a:bodyPr wrap="square" lIns="0" tIns="0" rIns="0" bIns="0" rtlCol="0" anchor="t">
            <a:normAutofit/>
          </a:bodyPr>
          <a:lstStyle/>
          <a:p>
            <a:pPr marL="0" indent="0" algn="r" rtl="1">
              <a:lnSpc>
                <a:spcPts val="6000"/>
              </a:lnSpc>
              <a:buNone/>
            </a:pPr>
            <a:r>
              <a:rPr lang="en-US" sz="6000" b="1" dirty="0">
                <a:solidFill>
                  <a:srgbClr val="3DDC97"/>
                </a:solidFill>
                <a:latin typeface="IBM Plex Sans Arabic" pitchFamily="34" charset="0"/>
                <a:ea typeface="IBM Plex Sans Arabic" pitchFamily="34" charset="-122"/>
                <a:cs typeface="IBM Plex Sans Arabic" pitchFamily="34" charset="-120"/>
              </a:rPr>
              <a:t>40٪</a:t>
            </a:r>
            <a:endParaRPr lang="en-US" sz="6000" dirty="0"/>
          </a:p>
        </p:txBody>
      </p:sp>
      <p:sp>
        <p:nvSpPr>
          <p:cNvPr id="11" name="Text 9"/>
          <p:cNvSpPr/>
          <p:nvPr/>
        </p:nvSpPr>
        <p:spPr>
          <a:xfrm>
            <a:off x="7890906" y="2687321"/>
            <a:ext cx="3488294" cy="309880"/>
          </a:xfrm>
          <a:prstGeom prst="rect">
            <a:avLst/>
          </a:prstGeom>
          <a:noFill/>
          <a:ln/>
        </p:spPr>
        <p:txBody>
          <a:bodyPr wrap="square" lIns="0" tIns="0" rIns="0" bIns="0" rtlCol="0" anchor="t">
            <a:normAutofit/>
          </a:bodyPr>
          <a:lstStyle/>
          <a:p>
            <a:pPr marL="0" indent="0" algn="r" rtl="1">
              <a:lnSpc>
                <a:spcPts val="2240"/>
              </a:lnSpc>
              <a:buNone/>
            </a:pPr>
            <a:r>
              <a:rPr lang="en-US" sz="1600" dirty="0">
                <a:solidFill>
                  <a:srgbClr val="F3F0FF"/>
                </a:solidFill>
                <a:latin typeface="IBM Plex Sans Arabic" pitchFamily="34" charset="0"/>
                <a:ea typeface="IBM Plex Sans Arabic" pitchFamily="34" charset="-122"/>
                <a:cs typeface="IBM Plex Sans Arabic" pitchFamily="34" charset="-120"/>
              </a:rPr>
              <a:t>أقل وقتًا للوصول إلى الضيف</a:t>
            </a:r>
            <a:endParaRPr lang="en-US" sz="1600" dirty="0"/>
          </a:p>
        </p:txBody>
      </p:sp>
      <p:sp>
        <p:nvSpPr>
          <p:cNvPr id="12" name="Text 10"/>
          <p:cNvSpPr/>
          <p:nvPr/>
        </p:nvSpPr>
        <p:spPr>
          <a:xfrm>
            <a:off x="7890906" y="3022600"/>
            <a:ext cx="3488294" cy="238760"/>
          </a:xfrm>
          <a:prstGeom prst="rect">
            <a:avLst/>
          </a:prstGeom>
          <a:noFill/>
          <a:ln/>
        </p:spPr>
        <p:txBody>
          <a:bodyPr wrap="square" lIns="0" tIns="0" rIns="0" bIns="0" rtlCol="0" anchor="t">
            <a:normAutofit/>
          </a:bodyPr>
          <a:lstStyle/>
          <a:p>
            <a:pPr marL="0" indent="0" algn="r" rtl="1">
              <a:lnSpc>
                <a:spcPts val="1680"/>
              </a:lnSpc>
              <a:buNone/>
            </a:pPr>
            <a:r>
              <a:rPr lang="en-US" sz="1200" dirty="0">
                <a:solidFill>
                  <a:srgbClr val="C9C2F2"/>
                </a:solidFill>
                <a:latin typeface="IBM Plex Sans Arabic" pitchFamily="34" charset="0"/>
                <a:ea typeface="IBM Plex Sans Arabic" pitchFamily="34" charset="-122"/>
                <a:cs typeface="IBM Plex Sans Arabic" pitchFamily="34" charset="-120"/>
              </a:rPr>
              <a:t>20 ← 12 دقيقة، تقدير · توفير 320 دقيقة يوميًا</a:t>
            </a:r>
            <a:endParaRPr lang="en-US" sz="1200" dirty="0"/>
          </a:p>
        </p:txBody>
      </p:sp>
      <p:sp>
        <p:nvSpPr>
          <p:cNvPr id="13" name="Shape 11"/>
          <p:cNvSpPr/>
          <p:nvPr/>
        </p:nvSpPr>
        <p:spPr>
          <a:xfrm>
            <a:off x="812800" y="3540761"/>
            <a:ext cx="5181600" cy="1457960"/>
          </a:xfrm>
          <a:prstGeom prst="roundRect">
            <a:avLst>
              <a:gd name="adj" fmla="val 6969"/>
            </a:avLst>
          </a:prstGeom>
          <a:solidFill>
            <a:srgbClr val="120C6E"/>
          </a:solidFill>
          <a:ln/>
        </p:spPr>
        <p:txBody>
          <a:bodyPr/>
          <a:lstStyle/>
          <a:p>
            <a:pPr algn="r" rtl="1"/>
            <a:endParaRPr lang="en-US"/>
          </a:p>
        </p:txBody>
      </p:sp>
      <p:sp>
        <p:nvSpPr>
          <p:cNvPr id="14" name="Text 12"/>
          <p:cNvSpPr/>
          <p:nvPr/>
        </p:nvSpPr>
        <p:spPr>
          <a:xfrm>
            <a:off x="872744" y="3743961"/>
            <a:ext cx="4918456" cy="238760"/>
          </a:xfrm>
          <a:prstGeom prst="rect">
            <a:avLst/>
          </a:prstGeom>
          <a:noFill/>
          <a:ln/>
        </p:spPr>
        <p:txBody>
          <a:bodyPr wrap="square" lIns="0" tIns="0" rIns="0" bIns="0" rtlCol="0" anchor="t">
            <a:normAutofit/>
          </a:bodyPr>
          <a:lstStyle/>
          <a:p>
            <a:pPr marL="0" indent="0" algn="r" rtl="1">
              <a:lnSpc>
                <a:spcPts val="1680"/>
              </a:lnSpc>
              <a:buNone/>
            </a:pPr>
            <a:r>
              <a:rPr lang="en-US" sz="1400" b="1" dirty="0">
                <a:solidFill>
                  <a:srgbClr val="3DDC97"/>
                </a:solidFill>
                <a:latin typeface="IBM Plex Sans Arabic" pitchFamily="34" charset="0"/>
                <a:ea typeface="IBM Plex Sans Arabic" pitchFamily="34" charset="-122"/>
                <a:cs typeface="IBM Plex Sans Arabic" pitchFamily="34" charset="-120"/>
              </a:rPr>
              <a:t>ما تحقق فعليًا في الاختبار</a:t>
            </a:r>
            <a:endParaRPr lang="en-US" sz="1400" dirty="0"/>
          </a:p>
        </p:txBody>
      </p:sp>
      <p:sp>
        <p:nvSpPr>
          <p:cNvPr id="15" name="Text 13"/>
          <p:cNvSpPr/>
          <p:nvPr/>
        </p:nvSpPr>
        <p:spPr>
          <a:xfrm>
            <a:off x="872744" y="4033521"/>
            <a:ext cx="4918456" cy="482600"/>
          </a:xfrm>
          <a:prstGeom prst="rect">
            <a:avLst/>
          </a:prstGeom>
          <a:noFill/>
          <a:ln/>
        </p:spPr>
        <p:txBody>
          <a:bodyPr wrap="square" lIns="0" tIns="0" rIns="0" bIns="0" rtlCol="0" anchor="t">
            <a:normAutofit/>
          </a:bodyPr>
          <a:lstStyle/>
          <a:p>
            <a:pPr marL="0" indent="0" algn="r" rtl="1">
              <a:lnSpc>
                <a:spcPts val="1800"/>
              </a:lnSpc>
              <a:buNone/>
            </a:pPr>
            <a:r>
              <a:rPr lang="en-US" sz="1200" dirty="0">
                <a:solidFill>
                  <a:srgbClr val="F3F0FF"/>
                </a:solidFill>
                <a:latin typeface="IBM Plex Sans Arabic" pitchFamily="34" charset="0"/>
                <a:ea typeface="IBM Plex Sans Arabic" pitchFamily="34" charset="-122"/>
                <a:cs typeface="IBM Plex Sans Arabic" pitchFamily="34" charset="-120"/>
              </a:rPr>
              <a:t>الإشعار وصل للأشخاص الثلاثة الصحيحين · الضغط المكرر لم يُنشئ سجلًا مكررًا · التصعيد بعد 3 دقائق وصل لقائد المسار الصحيح · يعمل على الجوال دون تمرير أفقي</a:t>
            </a:r>
            <a:endParaRPr lang="en-US" sz="1200" dirty="0"/>
          </a:p>
        </p:txBody>
      </p:sp>
      <p:sp>
        <p:nvSpPr>
          <p:cNvPr id="16" name="Shape 14"/>
          <p:cNvSpPr/>
          <p:nvPr/>
        </p:nvSpPr>
        <p:spPr>
          <a:xfrm>
            <a:off x="6197600" y="3540761"/>
            <a:ext cx="5181600" cy="1457960"/>
          </a:xfrm>
          <a:prstGeom prst="roundRect">
            <a:avLst>
              <a:gd name="adj" fmla="val 6969"/>
            </a:avLst>
          </a:prstGeom>
          <a:solidFill>
            <a:srgbClr val="120C6E"/>
          </a:solidFill>
          <a:ln/>
        </p:spPr>
        <p:txBody>
          <a:bodyPr/>
          <a:lstStyle/>
          <a:p>
            <a:pPr algn="r" rtl="1"/>
            <a:endParaRPr lang="en-US"/>
          </a:p>
        </p:txBody>
      </p:sp>
      <p:sp>
        <p:nvSpPr>
          <p:cNvPr id="17" name="Text 15"/>
          <p:cNvSpPr/>
          <p:nvPr/>
        </p:nvSpPr>
        <p:spPr>
          <a:xfrm>
            <a:off x="6257544" y="3743961"/>
            <a:ext cx="4918456" cy="238760"/>
          </a:xfrm>
          <a:prstGeom prst="rect">
            <a:avLst/>
          </a:prstGeom>
          <a:noFill/>
          <a:ln/>
        </p:spPr>
        <p:txBody>
          <a:bodyPr wrap="square" lIns="0" tIns="0" rIns="0" bIns="0" rtlCol="0" anchor="t">
            <a:normAutofit/>
          </a:bodyPr>
          <a:lstStyle/>
          <a:p>
            <a:pPr marL="0" indent="0" algn="r" rtl="1">
              <a:lnSpc>
                <a:spcPts val="1680"/>
              </a:lnSpc>
              <a:buNone/>
            </a:pPr>
            <a:r>
              <a:rPr lang="en-US" sz="1400" b="1" dirty="0">
                <a:solidFill>
                  <a:srgbClr val="FFC24B"/>
                </a:solidFill>
                <a:latin typeface="IBM Plex Sans Arabic" pitchFamily="34" charset="0"/>
                <a:ea typeface="IBM Plex Sans Arabic" pitchFamily="34" charset="-122"/>
                <a:cs typeface="IBM Plex Sans Arabic" pitchFamily="34" charset="-120"/>
              </a:rPr>
              <a:t>كيف قسنا</a:t>
            </a:r>
            <a:endParaRPr lang="en-US" sz="1400" dirty="0"/>
          </a:p>
        </p:txBody>
      </p:sp>
      <p:sp>
        <p:nvSpPr>
          <p:cNvPr id="18" name="Text 16"/>
          <p:cNvSpPr/>
          <p:nvPr/>
        </p:nvSpPr>
        <p:spPr>
          <a:xfrm>
            <a:off x="6257544" y="4033521"/>
            <a:ext cx="4918456" cy="254000"/>
          </a:xfrm>
          <a:prstGeom prst="rect">
            <a:avLst/>
          </a:prstGeom>
          <a:noFill/>
          <a:ln/>
        </p:spPr>
        <p:txBody>
          <a:bodyPr wrap="square" lIns="0" tIns="0" rIns="0" bIns="0" rtlCol="0" anchor="t">
            <a:normAutofit/>
          </a:bodyPr>
          <a:lstStyle/>
          <a:p>
            <a:pPr marL="0" indent="0" algn="r" rtl="1">
              <a:lnSpc>
                <a:spcPts val="1800"/>
              </a:lnSpc>
              <a:buNone/>
            </a:pPr>
            <a:r>
              <a:rPr lang="en-US" sz="1200" dirty="0">
                <a:solidFill>
                  <a:srgbClr val="F3F0FF"/>
                </a:solidFill>
                <a:latin typeface="IBM Plex Sans Arabic" pitchFamily="34" charset="0"/>
                <a:ea typeface="IBM Plex Sans Arabic" pitchFamily="34" charset="-122"/>
                <a:cs typeface="IBM Plex Sans Arabic" pitchFamily="34" charset="-120"/>
              </a:rPr>
              <a:t>قبل وبعد: تقدير بمحاكاة الرحلة نفسها يدويًا ثم في النموذج.</a:t>
            </a:r>
            <a:endParaRPr lang="en-US" sz="1200" dirty="0"/>
          </a:p>
        </p:txBody>
      </p:sp>
      <p:sp>
        <p:nvSpPr>
          <p:cNvPr id="19" name="Text 17"/>
          <p:cNvSpPr/>
          <p:nvPr/>
        </p:nvSpPr>
        <p:spPr>
          <a:xfrm>
            <a:off x="6257544" y="4338321"/>
            <a:ext cx="4918456" cy="482600"/>
          </a:xfrm>
          <a:prstGeom prst="rect">
            <a:avLst/>
          </a:prstGeom>
          <a:noFill/>
          <a:ln/>
        </p:spPr>
        <p:txBody>
          <a:bodyPr wrap="square" lIns="0" tIns="0" rIns="0" bIns="0" rtlCol="0" anchor="t">
            <a:normAutofit/>
          </a:bodyPr>
          <a:lstStyle/>
          <a:p>
            <a:pPr marL="0" indent="0" algn="r" rtl="1">
              <a:lnSpc>
                <a:spcPts val="1800"/>
              </a:lnSpc>
              <a:buNone/>
            </a:pPr>
            <a:r>
              <a:rPr lang="en-US" sz="1200" dirty="0">
                <a:solidFill>
                  <a:srgbClr val="F3F0FF"/>
                </a:solidFill>
                <a:latin typeface="IBM Plex Sans Arabic" pitchFamily="34" charset="0"/>
                <a:ea typeface="IBM Plex Sans Arabic" pitchFamily="34" charset="-122"/>
                <a:cs typeface="IBM Plex Sans Arabic" pitchFamily="34" charset="-120"/>
              </a:rPr>
              <a:t>«بعد» يشمل تأكيد الاستقبال وتصحيح البوابة إن تغيّرت، ولا يشمل مراجعة التقرير اليومي لأنها خطوة منفصلة مرة في اليوم.</a:t>
            </a:r>
            <a:endParaRPr lang="en-US" sz="1200" dirty="0"/>
          </a:p>
        </p:txBody>
      </p:sp>
      <p:sp>
        <p:nvSpPr>
          <p:cNvPr id="20" name="Text 18"/>
          <p:cNvSpPr/>
          <p:nvPr/>
        </p:nvSpPr>
        <p:spPr>
          <a:xfrm>
            <a:off x="731869" y="6238239"/>
            <a:ext cx="485585" cy="238760"/>
          </a:xfrm>
          <a:prstGeom prst="rect">
            <a:avLst/>
          </a:prstGeom>
          <a:noFill/>
          <a:ln/>
        </p:spPr>
        <p:txBody>
          <a:bodyPr wrap="square" lIns="0" tIns="0" rIns="0" bIns="0" rtlCol="0" anchor="t">
            <a:normAutofit/>
          </a:bodyPr>
          <a:lstStyle/>
          <a:p>
            <a:pPr marL="0" indent="0" algn="r" rtl="1">
              <a:lnSpc>
                <a:spcPts val="1680"/>
              </a:lnSpc>
              <a:buNone/>
            </a:pPr>
            <a:r>
              <a:rPr lang="en-US" sz="1200" dirty="0">
                <a:solidFill>
                  <a:srgbClr val="8F88C9"/>
                </a:solidFill>
                <a:latin typeface="IBM Plex Sans Arabic" pitchFamily="34" charset="0"/>
                <a:ea typeface="IBM Plex Sans Arabic" pitchFamily="34" charset="-122"/>
                <a:cs typeface="IBM Plex Sans Arabic" pitchFamily="34" charset="-120"/>
              </a:rPr>
              <a:t>7 / 10</a:t>
            </a:r>
            <a:endParaRPr lang="en-US" sz="1200" dirty="0"/>
          </a:p>
        </p:txBody>
      </p:sp>
      <p:sp>
        <p:nvSpPr>
          <p:cNvPr id="21" name="Text 19"/>
          <p:cNvSpPr/>
          <p:nvPr/>
        </p:nvSpPr>
        <p:spPr>
          <a:xfrm>
            <a:off x="8141272" y="6238239"/>
            <a:ext cx="3237929" cy="238760"/>
          </a:xfrm>
          <a:prstGeom prst="rect">
            <a:avLst/>
          </a:prstGeom>
          <a:noFill/>
          <a:ln/>
        </p:spPr>
        <p:txBody>
          <a:bodyPr wrap="square" lIns="0" tIns="0" rIns="0" bIns="0" rtlCol="0" anchor="t">
            <a:normAutofit/>
          </a:bodyPr>
          <a:lstStyle/>
          <a:p>
            <a:pPr marL="0" indent="0" algn="r" rtl="1">
              <a:lnSpc>
                <a:spcPts val="1680"/>
              </a:lnSpc>
              <a:buNone/>
            </a:pPr>
            <a:r>
              <a:rPr lang="en-US" sz="1200" dirty="0">
                <a:solidFill>
                  <a:srgbClr val="8F88C9"/>
                </a:solidFill>
                <a:latin typeface="IBM Plex Sans Arabic" pitchFamily="34" charset="0"/>
                <a:ea typeface="IBM Plex Sans Arabic" pitchFamily="34" charset="-122"/>
                <a:cs typeface="IBM Plex Sans Arabic" pitchFamily="34" charset="-120"/>
              </a:rPr>
              <a:t>الأرقام تقديرية حتى القياس الميداني في الأسبوع 3</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20C6E"/>
        </a:solidFill>
        <a:effectLst/>
      </p:bgPr>
    </p:bg>
    <p:spTree>
      <p:nvGrpSpPr>
        <p:cNvPr id="1" name=""/>
        <p:cNvGrpSpPr/>
        <p:nvPr/>
      </p:nvGrpSpPr>
      <p:grpSpPr>
        <a:xfrm>
          <a:off x="0" y="0"/>
          <a:ext cx="0" cy="0"/>
          <a:chOff x="0" y="0"/>
          <a:chExt cx="0" cy="0"/>
        </a:xfrm>
      </p:grpSpPr>
      <p:sp>
        <p:nvSpPr>
          <p:cNvPr id="2" name="Text 0"/>
          <p:cNvSpPr/>
          <p:nvPr/>
        </p:nvSpPr>
        <p:spPr>
          <a:xfrm>
            <a:off x="495808" y="812800"/>
            <a:ext cx="10883392" cy="238760"/>
          </a:xfrm>
          <a:prstGeom prst="rect">
            <a:avLst/>
          </a:prstGeom>
          <a:noFill/>
          <a:ln/>
        </p:spPr>
        <p:txBody>
          <a:bodyPr wrap="square" lIns="0" tIns="0" rIns="0" bIns="0" rtlCol="0" anchor="t">
            <a:normAutofit/>
          </a:bodyPr>
          <a:lstStyle/>
          <a:p>
            <a:pPr marL="0" indent="0" algn="r" rtl="1">
              <a:lnSpc>
                <a:spcPts val="1680"/>
              </a:lnSpc>
              <a:buNone/>
            </a:pPr>
            <a:r>
              <a:rPr lang="en-US" sz="1200" dirty="0">
                <a:solidFill>
                  <a:srgbClr val="B8A4FF"/>
                </a:solidFill>
                <a:latin typeface="IBM Plex Sans Arabic" pitchFamily="34" charset="0"/>
                <a:ea typeface="IBM Plex Sans Arabic" pitchFamily="34" charset="-122"/>
                <a:cs typeface="IBM Plex Sans Arabic" pitchFamily="34" charset="-120"/>
              </a:rPr>
              <a:t>ما فشل وكيف أُصلح</a:t>
            </a:r>
            <a:endParaRPr lang="en-US" sz="1200" dirty="0"/>
          </a:p>
        </p:txBody>
      </p:sp>
      <p:sp>
        <p:nvSpPr>
          <p:cNvPr id="3" name="Text 1"/>
          <p:cNvSpPr>
            <a:spLocks noGrp="1"/>
          </p:cNvSpPr>
          <p:nvPr>
            <p:ph type="title"/>
          </p:nvPr>
        </p:nvSpPr>
        <p:spPr>
          <a:xfrm>
            <a:off x="495808" y="1102361"/>
            <a:ext cx="10883392" cy="492760"/>
          </a:xfrm>
          <a:prstGeom prst="rect">
            <a:avLst/>
          </a:prstGeom>
          <a:noFill/>
          <a:ln/>
        </p:spPr>
        <p:txBody>
          <a:bodyPr wrap="square" lIns="0" tIns="0" rIns="0" bIns="0" rtlCol="0" anchor="t">
            <a:normAutofit/>
          </a:bodyPr>
          <a:lstStyle/>
          <a:p>
            <a:pPr marL="0" indent="0" algn="r" rtl="1">
              <a:lnSpc>
                <a:spcPts val="3680"/>
              </a:lnSpc>
              <a:buNone/>
            </a:pPr>
            <a:r>
              <a:rPr lang="en-US" sz="3200" b="1" i="0" dirty="0">
                <a:solidFill>
                  <a:srgbClr val="F3F0FF"/>
                </a:solidFill>
                <a:latin typeface="IBM Plex Sans Arabic" pitchFamily="34" charset="0"/>
                <a:ea typeface="IBM Plex Sans Arabic" pitchFamily="34" charset="-122"/>
                <a:cs typeface="IBM Plex Sans Arabic" pitchFamily="34" charset="-120"/>
              </a:rPr>
              <a:t>ثلاث حالات فشل واجهناها في التجربة</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884681"/>
          <a:ext cx="10556240" cy="1783080"/>
        </p:xfrm>
        <a:graphic>
          <a:graphicData uri="http://schemas.openxmlformats.org/drawingml/2006/table">
            <a:tbl>
              <a:tblPr/>
              <a:tblGrid>
                <a:gridCol w="5278120">
                  <a:extLst>
                    <a:ext uri="{9D8B030D-6E8A-4147-A177-3AD203B41FA5}">
                      <a16:colId xmlns:a16="http://schemas.microsoft.com/office/drawing/2014/main" val="20000"/>
                    </a:ext>
                  </a:extLst>
                </a:gridCol>
                <a:gridCol w="5278120">
                  <a:extLst>
                    <a:ext uri="{9D8B030D-6E8A-4147-A177-3AD203B41FA5}">
                      <a16:colId xmlns:a16="http://schemas.microsoft.com/office/drawing/2014/main" val="20001"/>
                    </a:ext>
                  </a:extLst>
                </a:gridCol>
              </a:tblGrid>
              <a:tr h="383540">
                <a:tc>
                  <a:txBody>
                    <a:bodyPr/>
                    <a:lstStyle/>
                    <a:p>
                      <a:pPr marL="0" indent="0" algn="r">
                        <a:lnSpc>
                          <a:spcPts val="1960"/>
                        </a:lnSpc>
                        <a:buNone/>
                      </a:pPr>
                      <a:r>
                        <a:rPr lang="en-US" sz="1400" b="1" dirty="0">
                          <a:solidFill>
                            <a:srgbClr val="3DDC97"/>
                          </a:solidFill>
                          <a:latin typeface="IBM Plex Sans Arabic" pitchFamily="34" charset="0"/>
                          <a:ea typeface="IBM Plex Sans Arabic" pitchFamily="34" charset="-122"/>
                          <a:cs typeface="IBM Plex Sans Arabic" pitchFamily="34" charset="-120"/>
                        </a:rPr>
                        <a:t>ماذا فعلنا</a:t>
                      </a:r>
                      <a:endParaRPr lang="en-US" sz="1400" dirty="0">
                        <a:latin typeface="IBM Plex Sans Arabic" charset="0"/>
                        <a:ea typeface="IBM Plex Sans Arabic" charset="0"/>
                        <a:cs typeface="IBM Plex Sans Arabic" charset="0"/>
                      </a:endParaRPr>
                    </a:p>
                  </a:txBody>
                  <a:tcPr marL="62230" marR="62230" marT="62230" marB="62230">
                    <a:lnL w="12700" cap="flat" cmpd="sng" algn="ctr">
                      <a:solidFill>
                        <a:srgbClr val="45408C"/>
                      </a:solidFill>
                      <a:prstDash val="solid"/>
                      <a:round/>
                      <a:headEnd type="none" w="med" len="med"/>
                      <a:tailEnd type="none" w="med" len="med"/>
                    </a:lnL>
                    <a:lnR w="12700" cap="flat" cmpd="sng" algn="ctr">
                      <a:solidFill>
                        <a:srgbClr val="3F3B62"/>
                      </a:solidFill>
                      <a:prstDash val="solid"/>
                      <a:round/>
                      <a:headEnd type="none" w="med" len="med"/>
                      <a:tailEnd type="none" w="med" len="med"/>
                    </a:lnR>
                    <a:lnT w="12700" cap="flat" cmpd="sng" algn="ctr">
                      <a:solidFill>
                        <a:srgbClr val="45408C"/>
                      </a:solidFill>
                      <a:prstDash val="solid"/>
                      <a:round/>
                      <a:headEnd type="none" w="med" len="med"/>
                      <a:tailEnd type="none" w="med" len="med"/>
                    </a:lnT>
                    <a:lnB w="12700" cap="flat" cmpd="sng" algn="ctr">
                      <a:solidFill>
                        <a:srgbClr val="3F3B62"/>
                      </a:solidFill>
                      <a:prstDash val="solid"/>
                      <a:round/>
                      <a:headEnd type="none" w="med" len="med"/>
                      <a:tailEnd type="none" w="med" len="med"/>
                    </a:lnB>
                    <a:solidFill>
                      <a:srgbClr val="0A0638"/>
                    </a:solidFill>
                  </a:tcPr>
                </a:tc>
                <a:tc>
                  <a:txBody>
                    <a:bodyPr/>
                    <a:lstStyle/>
                    <a:p>
                      <a:pPr marL="0" indent="0" algn="r">
                        <a:lnSpc>
                          <a:spcPts val="1960"/>
                        </a:lnSpc>
                        <a:buNone/>
                      </a:pPr>
                      <a:r>
                        <a:rPr lang="en-US" sz="1400" b="1" dirty="0">
                          <a:solidFill>
                            <a:srgbClr val="FF8FA2"/>
                          </a:solidFill>
                          <a:latin typeface="IBM Plex Sans Arabic" pitchFamily="34" charset="0"/>
                          <a:ea typeface="IBM Plex Sans Arabic" pitchFamily="34" charset="-122"/>
                          <a:cs typeface="IBM Plex Sans Arabic" pitchFamily="34" charset="-120"/>
                        </a:rPr>
                        <a:t>ما فشل</a:t>
                      </a:r>
                      <a:endParaRPr lang="en-US" sz="1400" dirty="0">
                        <a:latin typeface="IBM Plex Sans Arabic" charset="0"/>
                        <a:ea typeface="IBM Plex Sans Arabic" charset="0"/>
                        <a:cs typeface="IBM Plex Sans Arabic" charset="0"/>
                      </a:endParaRPr>
                    </a:p>
                  </a:txBody>
                  <a:tcPr marL="62230" marR="62230" marT="62230" marB="62230">
                    <a:lnL w="12700" cap="flat" cmpd="sng" algn="ctr">
                      <a:solidFill>
                        <a:srgbClr val="3F3B62"/>
                      </a:solidFill>
                      <a:prstDash val="solid"/>
                      <a:round/>
                      <a:headEnd type="none" w="med" len="med"/>
                      <a:tailEnd type="none" w="med" len="med"/>
                    </a:lnL>
                    <a:lnR w="12700" cap="flat" cmpd="sng" algn="ctr">
                      <a:solidFill>
                        <a:srgbClr val="3F3B62"/>
                      </a:solidFill>
                      <a:prstDash val="solid"/>
                      <a:round/>
                      <a:headEnd type="none" w="med" len="med"/>
                      <a:tailEnd type="none" w="med" len="med"/>
                    </a:lnR>
                    <a:lnT w="12700" cap="flat" cmpd="sng" algn="ctr">
                      <a:solidFill>
                        <a:srgbClr val="45408C"/>
                      </a:solidFill>
                      <a:prstDash val="solid"/>
                      <a:round/>
                      <a:headEnd type="none" w="med" len="med"/>
                      <a:tailEnd type="none" w="med" len="med"/>
                    </a:lnT>
                    <a:lnB w="12700" cap="flat" cmpd="sng" algn="ctr">
                      <a:solidFill>
                        <a:srgbClr val="3F3B62"/>
                      </a:solidFill>
                      <a:prstDash val="solid"/>
                      <a:round/>
                      <a:headEnd type="none" w="med" len="med"/>
                      <a:tailEnd type="none" w="med" len="med"/>
                    </a:lnB>
                    <a:solidFill>
                      <a:srgbClr val="0A0638"/>
                    </a:solidFill>
                  </a:tcPr>
                </a:tc>
                <a:extLst>
                  <a:ext uri="{0D108BD9-81ED-4DB2-BD59-A6C34878D82A}">
                    <a16:rowId xmlns:a16="http://schemas.microsoft.com/office/drawing/2014/main" val="10000"/>
                  </a:ext>
                </a:extLst>
              </a:tr>
              <a:tr h="632460">
                <a:tc>
                  <a:txBody>
                    <a:bodyPr/>
                    <a:lstStyle/>
                    <a:p>
                      <a:pPr marL="0" indent="0" algn="r">
                        <a:lnSpc>
                          <a:spcPts val="1960"/>
                        </a:lnSpc>
                        <a:buNone/>
                      </a:pPr>
                      <a:r>
                        <a:rPr lang="en-US" sz="1400" dirty="0">
                          <a:solidFill>
                            <a:srgbClr val="F3F0FF"/>
                          </a:solidFill>
                          <a:latin typeface="IBM Plex Sans Arabic" pitchFamily="34" charset="0"/>
                          <a:ea typeface="IBM Plex Sans Arabic" pitchFamily="34" charset="-122"/>
                          <a:cs typeface="IBM Plex Sans Arabic" pitchFamily="34" charset="-120"/>
                        </a:rPr>
                        <a:t>التجربة على جهاز واحد بمبدّل الأدوار، والمزامنة بين الأجهزة ضمن خطة 30 يومًا</a:t>
                      </a:r>
                      <a:endParaRPr lang="en-US" sz="1400" dirty="0">
                        <a:latin typeface="IBM Plex Sans Arabic" charset="0"/>
                        <a:ea typeface="IBM Plex Sans Arabic" charset="0"/>
                        <a:cs typeface="IBM Plex Sans Arabic" charset="0"/>
                      </a:endParaRPr>
                    </a:p>
                  </a:txBody>
                  <a:tcPr marL="62230" marR="62230" marT="62230" marB="62230">
                    <a:lnL w="12700" cap="flat" cmpd="sng" algn="ctr">
                      <a:solidFill>
                        <a:srgbClr val="45408C"/>
                      </a:solidFill>
                      <a:prstDash val="solid"/>
                      <a:round/>
                      <a:headEnd type="none" w="med" len="med"/>
                      <a:tailEnd type="none" w="med" len="med"/>
                    </a:lnL>
                    <a:lnR w="12700" cap="flat" cmpd="sng" algn="ctr">
                      <a:solidFill>
                        <a:srgbClr val="45408C"/>
                      </a:solidFill>
                      <a:prstDash val="solid"/>
                      <a:round/>
                      <a:headEnd type="none" w="med" len="med"/>
                      <a:tailEnd type="none" w="med" len="med"/>
                    </a:lnR>
                    <a:lnT w="12700" cap="flat" cmpd="sng" algn="ctr">
                      <a:solidFill>
                        <a:srgbClr val="3F3B62"/>
                      </a:solidFill>
                      <a:prstDash val="solid"/>
                      <a:round/>
                      <a:headEnd type="none" w="med" len="med"/>
                      <a:tailEnd type="none" w="med" len="med"/>
                    </a:lnT>
                    <a:lnB w="12700" cap="flat" cmpd="sng" algn="ctr">
                      <a:solidFill>
                        <a:srgbClr val="45408C"/>
                      </a:solidFill>
                      <a:prstDash val="solid"/>
                      <a:round/>
                      <a:headEnd type="none" w="med" len="med"/>
                      <a:tailEnd type="none" w="med" len="med"/>
                    </a:lnB>
                  </a:tcPr>
                </a:tc>
                <a:tc>
                  <a:txBody>
                    <a:bodyPr/>
                    <a:lstStyle/>
                    <a:p>
                      <a:pPr marL="0" indent="0" algn="r">
                        <a:lnSpc>
                          <a:spcPts val="1960"/>
                        </a:lnSpc>
                        <a:buNone/>
                      </a:pPr>
                      <a:r>
                        <a:rPr lang="en-US" sz="1400" dirty="0">
                          <a:solidFill>
                            <a:srgbClr val="F3F0FF"/>
                          </a:solidFill>
                          <a:latin typeface="IBM Plex Sans Arabic" pitchFamily="34" charset="0"/>
                          <a:ea typeface="IBM Plex Sans Arabic" pitchFamily="34" charset="-122"/>
                          <a:cs typeface="IBM Plex Sans Arabic" pitchFamily="34" charset="-120"/>
                        </a:rPr>
                        <a:t>الجوالات لا تتزامن: «وصلت» من جوال الضيف لا يظهر على جوال المستقبل</a:t>
                      </a:r>
                      <a:endParaRPr lang="en-US" sz="1400" dirty="0">
                        <a:latin typeface="IBM Plex Sans Arabic" charset="0"/>
                        <a:ea typeface="IBM Plex Sans Arabic" charset="0"/>
                        <a:cs typeface="IBM Plex Sans Arabic" charset="0"/>
                      </a:endParaRPr>
                    </a:p>
                  </a:txBody>
                  <a:tcPr marL="62230" marR="62230" marT="62230" marB="62230">
                    <a:lnL w="12700" cap="flat" cmpd="sng" algn="ctr">
                      <a:solidFill>
                        <a:srgbClr val="45408C"/>
                      </a:solidFill>
                      <a:prstDash val="solid"/>
                      <a:round/>
                      <a:headEnd type="none" w="med" len="med"/>
                      <a:tailEnd type="none" w="med" len="med"/>
                    </a:lnL>
                    <a:lnR w="12700" cap="flat" cmpd="sng" algn="ctr">
                      <a:solidFill>
                        <a:srgbClr val="45408C"/>
                      </a:solidFill>
                      <a:prstDash val="solid"/>
                      <a:round/>
                      <a:headEnd type="none" w="med" len="med"/>
                      <a:tailEnd type="none" w="med" len="med"/>
                    </a:lnR>
                    <a:lnT w="12700" cap="flat" cmpd="sng" algn="ctr">
                      <a:solidFill>
                        <a:srgbClr val="3F3B62"/>
                      </a:solidFill>
                      <a:prstDash val="solid"/>
                      <a:round/>
                      <a:headEnd type="none" w="med" len="med"/>
                      <a:tailEnd type="none" w="med" len="med"/>
                    </a:lnT>
                    <a:lnB w="12700" cap="flat" cmpd="sng" algn="ctr">
                      <a:solidFill>
                        <a:srgbClr val="45408C"/>
                      </a:solidFill>
                      <a:prstDash val="solid"/>
                      <a:round/>
                      <a:headEnd type="none" w="med" len="med"/>
                      <a:tailEnd type="none" w="med" len="med"/>
                    </a:lnB>
                  </a:tcPr>
                </a:tc>
                <a:extLst>
                  <a:ext uri="{0D108BD9-81ED-4DB2-BD59-A6C34878D82A}">
                    <a16:rowId xmlns:a16="http://schemas.microsoft.com/office/drawing/2014/main" val="10001"/>
                  </a:ext>
                </a:extLst>
              </a:tr>
              <a:tr h="383540">
                <a:tc>
                  <a:txBody>
                    <a:bodyPr/>
                    <a:lstStyle/>
                    <a:p>
                      <a:pPr marL="0" indent="0" algn="r">
                        <a:lnSpc>
                          <a:spcPts val="1960"/>
                        </a:lnSpc>
                        <a:buNone/>
                      </a:pPr>
                      <a:r>
                        <a:rPr lang="en-US" sz="1400" dirty="0">
                          <a:solidFill>
                            <a:srgbClr val="F3F0FF"/>
                          </a:solidFill>
                          <a:latin typeface="IBM Plex Sans Arabic" pitchFamily="34" charset="0"/>
                          <a:ea typeface="IBM Plex Sans Arabic" pitchFamily="34" charset="-122"/>
                          <a:cs typeface="IBM Plex Sans Arabic" pitchFamily="34" charset="-120"/>
                        </a:rPr>
                        <a:t>طلب تجريبي مُعدّ مسبقًا يُصعَّد خلال أقل من دقيقة من فتح الصفحة</a:t>
                      </a:r>
                      <a:endParaRPr lang="en-US" sz="1400" dirty="0">
                        <a:latin typeface="IBM Plex Sans Arabic" charset="0"/>
                        <a:ea typeface="IBM Plex Sans Arabic" charset="0"/>
                        <a:cs typeface="IBM Plex Sans Arabic" charset="0"/>
                      </a:endParaRPr>
                    </a:p>
                  </a:txBody>
                  <a:tcPr marL="62230" marR="62230" marT="62230" marB="62230">
                    <a:lnL w="12700" cap="flat" cmpd="sng" algn="ctr">
                      <a:solidFill>
                        <a:srgbClr val="45408C"/>
                      </a:solidFill>
                      <a:prstDash val="solid"/>
                      <a:round/>
                      <a:headEnd type="none" w="med" len="med"/>
                      <a:tailEnd type="none" w="med" len="med"/>
                    </a:lnL>
                    <a:lnR w="12700" cap="flat" cmpd="sng" algn="ctr">
                      <a:solidFill>
                        <a:srgbClr val="3F3B62"/>
                      </a:solidFill>
                      <a:prstDash val="solid"/>
                      <a:round/>
                      <a:headEnd type="none" w="med" len="med"/>
                      <a:tailEnd type="none" w="med" len="med"/>
                    </a:lnR>
                    <a:lnT w="12700" cap="flat" cmpd="sng" algn="ctr">
                      <a:solidFill>
                        <a:srgbClr val="45408C"/>
                      </a:solidFill>
                      <a:prstDash val="solid"/>
                      <a:round/>
                      <a:headEnd type="none" w="med" len="med"/>
                      <a:tailEnd type="none" w="med" len="med"/>
                    </a:lnT>
                    <a:lnB w="12700" cap="flat" cmpd="sng" algn="ctr">
                      <a:solidFill>
                        <a:srgbClr val="3F3B62"/>
                      </a:solidFill>
                      <a:prstDash val="solid"/>
                      <a:round/>
                      <a:headEnd type="none" w="med" len="med"/>
                      <a:tailEnd type="none" w="med" len="med"/>
                    </a:lnB>
                    <a:solidFill>
                      <a:srgbClr val="0A0638"/>
                    </a:solidFill>
                  </a:tcPr>
                </a:tc>
                <a:tc>
                  <a:txBody>
                    <a:bodyPr/>
                    <a:lstStyle/>
                    <a:p>
                      <a:pPr marL="0" indent="0" algn="r">
                        <a:lnSpc>
                          <a:spcPts val="1960"/>
                        </a:lnSpc>
                        <a:buNone/>
                      </a:pPr>
                      <a:r>
                        <a:rPr lang="en-US" sz="1400" dirty="0">
                          <a:solidFill>
                            <a:srgbClr val="F3F0FF"/>
                          </a:solidFill>
                          <a:latin typeface="IBM Plex Sans Arabic" pitchFamily="34" charset="0"/>
                          <a:ea typeface="IBM Plex Sans Arabic" pitchFamily="34" charset="-122"/>
                          <a:cs typeface="IBM Plex Sans Arabic" pitchFamily="34" charset="-120"/>
                        </a:rPr>
                        <a:t>مهلة التصعيد (3 دقائق) أطول من وقت العرض المتاح</a:t>
                      </a:r>
                      <a:endParaRPr lang="en-US" sz="1400" dirty="0">
                        <a:latin typeface="IBM Plex Sans Arabic" charset="0"/>
                        <a:ea typeface="IBM Plex Sans Arabic" charset="0"/>
                        <a:cs typeface="IBM Plex Sans Arabic" charset="0"/>
                      </a:endParaRPr>
                    </a:p>
                  </a:txBody>
                  <a:tcPr marL="62230" marR="62230" marT="62230" marB="62230">
                    <a:lnL w="12700" cap="flat" cmpd="sng" algn="ctr">
                      <a:solidFill>
                        <a:srgbClr val="3F3B62"/>
                      </a:solidFill>
                      <a:prstDash val="solid"/>
                      <a:round/>
                      <a:headEnd type="none" w="med" len="med"/>
                      <a:tailEnd type="none" w="med" len="med"/>
                    </a:lnL>
                    <a:lnR w="12700" cap="flat" cmpd="sng" algn="ctr">
                      <a:solidFill>
                        <a:srgbClr val="3F3B62"/>
                      </a:solidFill>
                      <a:prstDash val="solid"/>
                      <a:round/>
                      <a:headEnd type="none" w="med" len="med"/>
                      <a:tailEnd type="none" w="med" len="med"/>
                    </a:lnR>
                    <a:lnT w="12700" cap="flat" cmpd="sng" algn="ctr">
                      <a:solidFill>
                        <a:srgbClr val="45408C"/>
                      </a:solidFill>
                      <a:prstDash val="solid"/>
                      <a:round/>
                      <a:headEnd type="none" w="med" len="med"/>
                      <a:tailEnd type="none" w="med" len="med"/>
                    </a:lnT>
                    <a:lnB w="12700" cap="flat" cmpd="sng" algn="ctr">
                      <a:solidFill>
                        <a:srgbClr val="3F3B62"/>
                      </a:solidFill>
                      <a:prstDash val="solid"/>
                      <a:round/>
                      <a:headEnd type="none" w="med" len="med"/>
                      <a:tailEnd type="none" w="med" len="med"/>
                    </a:lnB>
                    <a:solidFill>
                      <a:srgbClr val="0A0638"/>
                    </a:solidFill>
                  </a:tcPr>
                </a:tc>
                <a:extLst>
                  <a:ext uri="{0D108BD9-81ED-4DB2-BD59-A6C34878D82A}">
                    <a16:rowId xmlns:a16="http://schemas.microsoft.com/office/drawing/2014/main" val="10002"/>
                  </a:ext>
                </a:extLst>
              </a:tr>
              <a:tr h="383540">
                <a:tc>
                  <a:txBody>
                    <a:bodyPr/>
                    <a:lstStyle/>
                    <a:p>
                      <a:pPr marL="0" indent="0" algn="r">
                        <a:lnSpc>
                          <a:spcPts val="1960"/>
                        </a:lnSpc>
                        <a:buNone/>
                      </a:pPr>
                      <a:r>
                        <a:rPr lang="en-US" sz="1400" dirty="0">
                          <a:solidFill>
                            <a:srgbClr val="F3F0FF"/>
                          </a:solidFill>
                          <a:latin typeface="IBM Plex Sans Arabic" pitchFamily="34" charset="0"/>
                          <a:ea typeface="IBM Plex Sans Arabic" pitchFamily="34" charset="-122"/>
                          <a:cs typeface="IBM Plex Sans Arabic" pitchFamily="34" charset="-120"/>
                        </a:rPr>
                        <a:t>اكتشفناه قبل الرفع إلى GitHub وأعدنا الإعدادات</a:t>
                      </a:r>
                      <a:endParaRPr lang="en-US" sz="1400" dirty="0">
                        <a:latin typeface="IBM Plex Sans Arabic" charset="0"/>
                        <a:ea typeface="IBM Plex Sans Arabic" charset="0"/>
                        <a:cs typeface="IBM Plex Sans Arabic" charset="0"/>
                      </a:endParaRPr>
                    </a:p>
                  </a:txBody>
                  <a:tcPr marL="62230" marR="62230" marT="62230" marB="62230">
                    <a:lnL w="12700" cap="flat" cmpd="sng" algn="ctr">
                      <a:solidFill>
                        <a:srgbClr val="45408C"/>
                      </a:solidFill>
                      <a:prstDash val="solid"/>
                      <a:round/>
                      <a:headEnd type="none" w="med" len="med"/>
                      <a:tailEnd type="none" w="med" len="med"/>
                    </a:lnL>
                    <a:lnR w="12700" cap="flat" cmpd="sng" algn="ctr">
                      <a:solidFill>
                        <a:srgbClr val="45408C"/>
                      </a:solidFill>
                      <a:prstDash val="solid"/>
                      <a:round/>
                      <a:headEnd type="none" w="med" len="med"/>
                      <a:tailEnd type="none" w="med" len="med"/>
                    </a:lnR>
                    <a:lnT w="12700" cap="flat" cmpd="sng" algn="ctr">
                      <a:solidFill>
                        <a:srgbClr val="3F3B62"/>
                      </a:solidFill>
                      <a:prstDash val="solid"/>
                      <a:round/>
                      <a:headEnd type="none" w="med" len="med"/>
                      <a:tailEnd type="none" w="med" len="med"/>
                    </a:lnT>
                    <a:lnB w="12700" cap="flat" cmpd="sng" algn="ctr">
                      <a:solidFill>
                        <a:srgbClr val="45408C"/>
                      </a:solidFill>
                      <a:prstDash val="solid"/>
                      <a:round/>
                      <a:headEnd type="none" w="med" len="med"/>
                      <a:tailEnd type="none" w="med" len="med"/>
                    </a:lnB>
                  </a:tcPr>
                </a:tc>
                <a:tc>
                  <a:txBody>
                    <a:bodyPr/>
                    <a:lstStyle/>
                    <a:p>
                      <a:pPr marL="0" indent="0" algn="r">
                        <a:lnSpc>
                          <a:spcPts val="1960"/>
                        </a:lnSpc>
                        <a:buNone/>
                      </a:pPr>
                      <a:r>
                        <a:rPr lang="en-US" sz="1400" dirty="0">
                          <a:solidFill>
                            <a:srgbClr val="F3F0FF"/>
                          </a:solidFill>
                          <a:latin typeface="IBM Plex Sans Arabic" pitchFamily="34" charset="0"/>
                          <a:ea typeface="IBM Plex Sans Arabic" pitchFamily="34" charset="-122"/>
                          <a:cs typeface="IBM Plex Sans Arabic" pitchFamily="34" charset="-120"/>
                        </a:rPr>
                        <a:t>تعديل النشر حذف إعدادات عرض الجوال من الصفحة</a:t>
                      </a:r>
                      <a:endParaRPr lang="en-US" sz="1400" dirty="0">
                        <a:latin typeface="IBM Plex Sans Arabic" charset="0"/>
                        <a:ea typeface="IBM Plex Sans Arabic" charset="0"/>
                        <a:cs typeface="IBM Plex Sans Arabic" charset="0"/>
                      </a:endParaRPr>
                    </a:p>
                  </a:txBody>
                  <a:tcPr marL="62230" marR="62230" marT="62230" marB="62230">
                    <a:lnL w="12700" cap="flat" cmpd="sng" algn="ctr">
                      <a:solidFill>
                        <a:srgbClr val="45408C"/>
                      </a:solidFill>
                      <a:prstDash val="solid"/>
                      <a:round/>
                      <a:headEnd type="none" w="med" len="med"/>
                      <a:tailEnd type="none" w="med" len="med"/>
                    </a:lnL>
                    <a:lnR w="12700" cap="flat" cmpd="sng" algn="ctr">
                      <a:solidFill>
                        <a:srgbClr val="45408C"/>
                      </a:solidFill>
                      <a:prstDash val="solid"/>
                      <a:round/>
                      <a:headEnd type="none" w="med" len="med"/>
                      <a:tailEnd type="none" w="med" len="med"/>
                    </a:lnR>
                    <a:lnT w="12700" cap="flat" cmpd="sng" algn="ctr">
                      <a:solidFill>
                        <a:srgbClr val="3F3B62"/>
                      </a:solidFill>
                      <a:prstDash val="solid"/>
                      <a:round/>
                      <a:headEnd type="none" w="med" len="med"/>
                      <a:tailEnd type="none" w="med" len="med"/>
                    </a:lnT>
                    <a:lnB w="12700" cap="flat" cmpd="sng" algn="ctr">
                      <a:solidFill>
                        <a:srgbClr val="45408C"/>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Text 2"/>
          <p:cNvSpPr/>
          <p:nvPr/>
        </p:nvSpPr>
        <p:spPr>
          <a:xfrm>
            <a:off x="731869" y="6238242"/>
            <a:ext cx="485585" cy="238760"/>
          </a:xfrm>
          <a:prstGeom prst="rect">
            <a:avLst/>
          </a:prstGeom>
          <a:noFill/>
          <a:ln/>
        </p:spPr>
        <p:txBody>
          <a:bodyPr wrap="square" lIns="0" tIns="0" rIns="0" bIns="0" rtlCol="0" anchor="t">
            <a:normAutofit/>
          </a:bodyPr>
          <a:lstStyle/>
          <a:p>
            <a:pPr marL="0" indent="0" algn="r" rtl="1">
              <a:lnSpc>
                <a:spcPts val="1680"/>
              </a:lnSpc>
              <a:buNone/>
            </a:pPr>
            <a:r>
              <a:rPr lang="en-US" sz="1200" dirty="0">
                <a:solidFill>
                  <a:srgbClr val="8F88C9"/>
                </a:solidFill>
                <a:latin typeface="IBM Plex Sans Arabic" pitchFamily="34" charset="0"/>
                <a:ea typeface="IBM Plex Sans Arabic" pitchFamily="34" charset="-122"/>
                <a:cs typeface="IBM Plex Sans Arabic" pitchFamily="34" charset="-120"/>
              </a:rPr>
              <a:t>8 / 10</a:t>
            </a:r>
            <a:endParaRPr lang="en-US" sz="1200" dirty="0"/>
          </a:p>
        </p:txBody>
      </p:sp>
      <p:sp>
        <p:nvSpPr>
          <p:cNvPr id="6" name="Text 3"/>
          <p:cNvSpPr/>
          <p:nvPr/>
        </p:nvSpPr>
        <p:spPr>
          <a:xfrm>
            <a:off x="9184164" y="6238242"/>
            <a:ext cx="2195036" cy="238760"/>
          </a:xfrm>
          <a:prstGeom prst="rect">
            <a:avLst/>
          </a:prstGeom>
          <a:noFill/>
          <a:ln/>
        </p:spPr>
        <p:txBody>
          <a:bodyPr wrap="square" lIns="0" tIns="0" rIns="0" bIns="0" rtlCol="0" anchor="t">
            <a:normAutofit/>
          </a:bodyPr>
          <a:lstStyle/>
          <a:p>
            <a:pPr marL="0" indent="0" algn="r" rtl="1">
              <a:lnSpc>
                <a:spcPts val="1680"/>
              </a:lnSpc>
              <a:buNone/>
            </a:pPr>
            <a:r>
              <a:rPr lang="en-US" sz="1200" dirty="0">
                <a:solidFill>
                  <a:srgbClr val="8F88C9"/>
                </a:solidFill>
                <a:latin typeface="IBM Plex Sans Arabic" pitchFamily="34" charset="0"/>
                <a:ea typeface="IBM Plex Sans Arabic" pitchFamily="34" charset="-122"/>
                <a:cs typeface="IBM Plex Sans Arabic" pitchFamily="34" charset="-120"/>
              </a:rPr>
              <a:t>EventOps AI · لجنة البروتوكول</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638"/>
        </a:solidFill>
        <a:effectLst/>
      </p:bgPr>
    </p:bg>
    <p:spTree>
      <p:nvGrpSpPr>
        <p:cNvPr id="1" name=""/>
        <p:cNvGrpSpPr/>
        <p:nvPr/>
      </p:nvGrpSpPr>
      <p:grpSpPr>
        <a:xfrm>
          <a:off x="0" y="0"/>
          <a:ext cx="0" cy="0"/>
          <a:chOff x="0" y="0"/>
          <a:chExt cx="0" cy="0"/>
        </a:xfrm>
      </p:grpSpPr>
      <p:sp>
        <p:nvSpPr>
          <p:cNvPr id="2" name="Text 0"/>
          <p:cNvSpPr/>
          <p:nvPr/>
        </p:nvSpPr>
        <p:spPr>
          <a:xfrm>
            <a:off x="495808" y="812800"/>
            <a:ext cx="10883392" cy="238760"/>
          </a:xfrm>
          <a:prstGeom prst="rect">
            <a:avLst/>
          </a:prstGeom>
          <a:noFill/>
          <a:ln/>
        </p:spPr>
        <p:txBody>
          <a:bodyPr wrap="square" lIns="0" tIns="0" rIns="0" bIns="0" rtlCol="0" anchor="t">
            <a:normAutofit/>
          </a:bodyPr>
          <a:lstStyle/>
          <a:p>
            <a:pPr marL="0" indent="0" algn="r" rtl="1">
              <a:lnSpc>
                <a:spcPts val="1680"/>
              </a:lnSpc>
              <a:buNone/>
            </a:pPr>
            <a:r>
              <a:rPr lang="en-US" sz="1200" dirty="0">
                <a:solidFill>
                  <a:srgbClr val="B8A4FF"/>
                </a:solidFill>
                <a:latin typeface="IBM Plex Sans Arabic" pitchFamily="34" charset="0"/>
                <a:ea typeface="IBM Plex Sans Arabic" pitchFamily="34" charset="-122"/>
                <a:cs typeface="IBM Plex Sans Arabic" pitchFamily="34" charset="-120"/>
              </a:rPr>
              <a:t>الضوابط والمسؤولية</a:t>
            </a:r>
            <a:endParaRPr lang="en-US" sz="1200" dirty="0"/>
          </a:p>
        </p:txBody>
      </p:sp>
      <p:sp>
        <p:nvSpPr>
          <p:cNvPr id="3" name="Text 1"/>
          <p:cNvSpPr>
            <a:spLocks noGrp="1"/>
          </p:cNvSpPr>
          <p:nvPr>
            <p:ph type="title"/>
          </p:nvPr>
        </p:nvSpPr>
        <p:spPr>
          <a:xfrm>
            <a:off x="495808" y="1102364"/>
            <a:ext cx="10883392" cy="492760"/>
          </a:xfrm>
          <a:prstGeom prst="rect">
            <a:avLst/>
          </a:prstGeom>
          <a:noFill/>
          <a:ln/>
        </p:spPr>
        <p:txBody>
          <a:bodyPr wrap="square" lIns="0" tIns="0" rIns="0" bIns="0" rtlCol="0" anchor="t">
            <a:normAutofit/>
          </a:bodyPr>
          <a:lstStyle/>
          <a:p>
            <a:pPr marL="0" indent="0" algn="r" rtl="1">
              <a:lnSpc>
                <a:spcPts val="3680"/>
              </a:lnSpc>
              <a:buNone/>
            </a:pPr>
            <a:r>
              <a:rPr lang="en-US" sz="3200" b="1" i="0" dirty="0">
                <a:solidFill>
                  <a:srgbClr val="F3F0FF"/>
                </a:solidFill>
                <a:latin typeface="IBM Plex Sans Arabic" pitchFamily="34" charset="0"/>
                <a:ea typeface="IBM Plex Sans Arabic" pitchFamily="34" charset="-122"/>
                <a:cs typeface="IBM Plex Sans Arabic" pitchFamily="34" charset="-120"/>
              </a:rPr>
              <a:t>أربعة أسئلة قبل أي اعتماد</a:t>
            </a:r>
            <a:endParaRPr lang="en-US" sz="3200" dirty="0"/>
          </a:p>
        </p:txBody>
      </p:sp>
      <p:sp>
        <p:nvSpPr>
          <p:cNvPr id="4" name="Shape 2"/>
          <p:cNvSpPr/>
          <p:nvPr/>
        </p:nvSpPr>
        <p:spPr>
          <a:xfrm>
            <a:off x="812800" y="1823721"/>
            <a:ext cx="5207000" cy="1206500"/>
          </a:xfrm>
          <a:prstGeom prst="roundRect">
            <a:avLst>
              <a:gd name="adj" fmla="val 8421"/>
            </a:avLst>
          </a:prstGeom>
          <a:solidFill>
            <a:srgbClr val="120C6E"/>
          </a:solidFill>
          <a:ln/>
        </p:spPr>
        <p:txBody>
          <a:bodyPr/>
          <a:lstStyle/>
          <a:p>
            <a:pPr algn="r" rtl="1"/>
            <a:endParaRPr lang="en-US"/>
          </a:p>
        </p:txBody>
      </p:sp>
      <p:sp>
        <p:nvSpPr>
          <p:cNvPr id="5" name="Text 3"/>
          <p:cNvSpPr/>
          <p:nvPr/>
        </p:nvSpPr>
        <p:spPr>
          <a:xfrm>
            <a:off x="871982" y="2026921"/>
            <a:ext cx="4944618" cy="254000"/>
          </a:xfrm>
          <a:prstGeom prst="rect">
            <a:avLst/>
          </a:prstGeom>
          <a:noFill/>
          <a:ln/>
        </p:spPr>
        <p:txBody>
          <a:bodyPr wrap="square" lIns="0" tIns="0" rIns="0" bIns="0" rtlCol="0" anchor="t">
            <a:normAutofit/>
          </a:bodyPr>
          <a:lstStyle/>
          <a:p>
            <a:pPr marL="0" indent="0" algn="r" rtl="1">
              <a:lnSpc>
                <a:spcPts val="1800"/>
              </a:lnSpc>
              <a:buNone/>
            </a:pPr>
            <a:r>
              <a:rPr lang="en-US" sz="1500" b="1" dirty="0">
                <a:solidFill>
                  <a:srgbClr val="B8A4FF"/>
                </a:solidFill>
                <a:latin typeface="IBM Plex Sans Arabic" pitchFamily="34" charset="0"/>
                <a:ea typeface="IBM Plex Sans Arabic" pitchFamily="34" charset="-122"/>
                <a:cs typeface="IBM Plex Sans Arabic" pitchFamily="34" charset="-120"/>
              </a:rPr>
              <a:t>ما البيانات التي رُفعت؟</a:t>
            </a:r>
            <a:endParaRPr lang="en-US" sz="1500" dirty="0"/>
          </a:p>
        </p:txBody>
      </p:sp>
      <p:sp>
        <p:nvSpPr>
          <p:cNvPr id="6" name="Text 4"/>
          <p:cNvSpPr/>
          <p:nvPr/>
        </p:nvSpPr>
        <p:spPr>
          <a:xfrm>
            <a:off x="871982" y="2331721"/>
            <a:ext cx="4944618" cy="520700"/>
          </a:xfrm>
          <a:prstGeom prst="rect">
            <a:avLst/>
          </a:prstGeom>
          <a:noFill/>
          <a:ln/>
        </p:spPr>
        <p:txBody>
          <a:bodyPr wrap="square" lIns="0" tIns="0" rIns="0" bIns="0" rtlCol="0" anchor="t">
            <a:normAutofit/>
          </a:bodyPr>
          <a:lstStyle/>
          <a:p>
            <a:pPr marL="0" indent="0" algn="r" rtl="1">
              <a:lnSpc>
                <a:spcPts val="1950"/>
              </a:lnSpc>
              <a:buNone/>
            </a:pPr>
            <a:r>
              <a:rPr lang="en-US" sz="1300" dirty="0">
                <a:solidFill>
                  <a:srgbClr val="F3F0FF"/>
                </a:solidFill>
                <a:latin typeface="IBM Plex Sans Arabic" pitchFamily="34" charset="0"/>
                <a:ea typeface="IBM Plex Sans Arabic" pitchFamily="34" charset="-122"/>
                <a:cs typeface="IBM Plex Sans Arabic" pitchFamily="34" charset="-120"/>
              </a:rPr>
              <a:t>اصطناعية فقط: 40 ضيفًا و42 عضوًا بأرقام لا تعمل وبريد تجريبي. لا بيانات حقيقية على الشاشة ولا في المحادثات ولا على GitHub.</a:t>
            </a:r>
            <a:endParaRPr lang="en-US" sz="1300" dirty="0"/>
          </a:p>
        </p:txBody>
      </p:sp>
      <p:sp>
        <p:nvSpPr>
          <p:cNvPr id="7" name="Shape 5"/>
          <p:cNvSpPr/>
          <p:nvPr/>
        </p:nvSpPr>
        <p:spPr>
          <a:xfrm>
            <a:off x="6172200" y="1823721"/>
            <a:ext cx="5207000" cy="1206500"/>
          </a:xfrm>
          <a:prstGeom prst="roundRect">
            <a:avLst>
              <a:gd name="adj" fmla="val 8421"/>
            </a:avLst>
          </a:prstGeom>
          <a:solidFill>
            <a:srgbClr val="120C6E"/>
          </a:solidFill>
          <a:ln/>
        </p:spPr>
        <p:txBody>
          <a:bodyPr/>
          <a:lstStyle/>
          <a:p>
            <a:pPr algn="r" rtl="1"/>
            <a:endParaRPr lang="en-US"/>
          </a:p>
        </p:txBody>
      </p:sp>
      <p:sp>
        <p:nvSpPr>
          <p:cNvPr id="8" name="Text 6"/>
          <p:cNvSpPr/>
          <p:nvPr/>
        </p:nvSpPr>
        <p:spPr>
          <a:xfrm>
            <a:off x="6231382" y="2026921"/>
            <a:ext cx="4944618" cy="254000"/>
          </a:xfrm>
          <a:prstGeom prst="rect">
            <a:avLst/>
          </a:prstGeom>
          <a:noFill/>
          <a:ln/>
        </p:spPr>
        <p:txBody>
          <a:bodyPr wrap="square" lIns="0" tIns="0" rIns="0" bIns="0" rtlCol="0" anchor="t">
            <a:normAutofit/>
          </a:bodyPr>
          <a:lstStyle/>
          <a:p>
            <a:pPr marL="0" indent="0" algn="r" rtl="1">
              <a:lnSpc>
                <a:spcPts val="1800"/>
              </a:lnSpc>
              <a:buNone/>
            </a:pPr>
            <a:r>
              <a:rPr lang="en-US" sz="1500" b="1" dirty="0">
                <a:solidFill>
                  <a:srgbClr val="B8A4FF"/>
                </a:solidFill>
                <a:latin typeface="IBM Plex Sans Arabic" pitchFamily="34" charset="0"/>
                <a:ea typeface="IBM Plex Sans Arabic" pitchFamily="34" charset="-122"/>
                <a:cs typeface="IBM Plex Sans Arabic" pitchFamily="34" charset="-120"/>
              </a:rPr>
              <a:t>لو اعتُمد المخرج دون مراجعة؟</a:t>
            </a:r>
            <a:endParaRPr lang="en-US" sz="1500" dirty="0"/>
          </a:p>
        </p:txBody>
      </p:sp>
      <p:sp>
        <p:nvSpPr>
          <p:cNvPr id="9" name="Text 7"/>
          <p:cNvSpPr/>
          <p:nvPr/>
        </p:nvSpPr>
        <p:spPr>
          <a:xfrm>
            <a:off x="6231382" y="2331721"/>
            <a:ext cx="4944618" cy="520700"/>
          </a:xfrm>
          <a:prstGeom prst="rect">
            <a:avLst/>
          </a:prstGeom>
          <a:noFill/>
          <a:ln/>
        </p:spPr>
        <p:txBody>
          <a:bodyPr wrap="square" lIns="0" tIns="0" rIns="0" bIns="0" rtlCol="0" anchor="t">
            <a:normAutofit/>
          </a:bodyPr>
          <a:lstStyle/>
          <a:p>
            <a:pPr marL="0" indent="0" algn="r" rtl="1">
              <a:lnSpc>
                <a:spcPts val="1950"/>
              </a:lnSpc>
              <a:buNone/>
            </a:pPr>
            <a:r>
              <a:rPr lang="en-US" sz="1300" dirty="0">
                <a:solidFill>
                  <a:srgbClr val="F3F0FF"/>
                </a:solidFill>
                <a:latin typeface="IBM Plex Sans Arabic" pitchFamily="34" charset="0"/>
                <a:ea typeface="IBM Plex Sans Arabic" pitchFamily="34" charset="-122"/>
                <a:cs typeface="IBM Plex Sans Arabic" pitchFamily="34" charset="-120"/>
              </a:rPr>
              <a:t>لا يُشارَك التقرير قبل زر «اعتماد»، ويُسجَّل اسم المعتمد ووقته. المسؤولية على من اعتمد من قيادة البروتوكول، ولا ذكاء اصطناعي يقرر.</a:t>
            </a:r>
            <a:endParaRPr lang="en-US" sz="1300" dirty="0"/>
          </a:p>
        </p:txBody>
      </p:sp>
      <p:sp>
        <p:nvSpPr>
          <p:cNvPr id="10" name="Shape 8"/>
          <p:cNvSpPr/>
          <p:nvPr/>
        </p:nvSpPr>
        <p:spPr>
          <a:xfrm>
            <a:off x="812800" y="3182621"/>
            <a:ext cx="5207000" cy="1206500"/>
          </a:xfrm>
          <a:prstGeom prst="roundRect">
            <a:avLst>
              <a:gd name="adj" fmla="val 8421"/>
            </a:avLst>
          </a:prstGeom>
          <a:solidFill>
            <a:srgbClr val="120C6E"/>
          </a:solidFill>
          <a:ln/>
        </p:spPr>
        <p:txBody>
          <a:bodyPr/>
          <a:lstStyle/>
          <a:p>
            <a:pPr algn="r" rtl="1"/>
            <a:endParaRPr lang="en-US"/>
          </a:p>
        </p:txBody>
      </p:sp>
      <p:sp>
        <p:nvSpPr>
          <p:cNvPr id="11" name="Text 9"/>
          <p:cNvSpPr/>
          <p:nvPr/>
        </p:nvSpPr>
        <p:spPr>
          <a:xfrm>
            <a:off x="871982" y="3385821"/>
            <a:ext cx="4944618" cy="254000"/>
          </a:xfrm>
          <a:prstGeom prst="rect">
            <a:avLst/>
          </a:prstGeom>
          <a:noFill/>
          <a:ln/>
        </p:spPr>
        <p:txBody>
          <a:bodyPr wrap="square" lIns="0" tIns="0" rIns="0" bIns="0" rtlCol="0" anchor="t">
            <a:normAutofit/>
          </a:bodyPr>
          <a:lstStyle/>
          <a:p>
            <a:pPr marL="0" indent="0" algn="r" rtl="1">
              <a:lnSpc>
                <a:spcPts val="1800"/>
              </a:lnSpc>
              <a:buNone/>
            </a:pPr>
            <a:r>
              <a:rPr lang="en-US" sz="1500" b="1" dirty="0">
                <a:solidFill>
                  <a:srgbClr val="B8A4FF"/>
                </a:solidFill>
                <a:latin typeface="IBM Plex Sans Arabic" pitchFamily="34" charset="0"/>
                <a:ea typeface="IBM Plex Sans Arabic" pitchFamily="34" charset="-122"/>
                <a:cs typeface="IBM Plex Sans Arabic" pitchFamily="34" charset="-120"/>
              </a:rPr>
              <a:t>لو اختفى التطبيق غدًا؟</a:t>
            </a:r>
            <a:endParaRPr lang="en-US" sz="1500" dirty="0"/>
          </a:p>
        </p:txBody>
      </p:sp>
      <p:sp>
        <p:nvSpPr>
          <p:cNvPr id="12" name="Text 10"/>
          <p:cNvSpPr/>
          <p:nvPr/>
        </p:nvSpPr>
        <p:spPr>
          <a:xfrm>
            <a:off x="871982" y="3690621"/>
            <a:ext cx="4944618" cy="520700"/>
          </a:xfrm>
          <a:prstGeom prst="rect">
            <a:avLst/>
          </a:prstGeom>
          <a:noFill/>
          <a:ln/>
        </p:spPr>
        <p:txBody>
          <a:bodyPr wrap="square" lIns="0" tIns="0" rIns="0" bIns="0" rtlCol="0" anchor="t">
            <a:normAutofit/>
          </a:bodyPr>
          <a:lstStyle/>
          <a:p>
            <a:pPr marL="0" indent="0" algn="r" rtl="1">
              <a:lnSpc>
                <a:spcPts val="1950"/>
              </a:lnSpc>
              <a:buNone/>
            </a:pPr>
            <a:r>
              <a:rPr lang="en-US" sz="1300" dirty="0">
                <a:solidFill>
                  <a:srgbClr val="F3F0FF"/>
                </a:solidFill>
                <a:latin typeface="IBM Plex Sans Arabic" pitchFamily="34" charset="0"/>
                <a:ea typeface="IBM Plex Sans Arabic" pitchFamily="34" charset="-122"/>
                <a:cs typeface="IBM Plex Sans Arabic" pitchFamily="34" charset="-120"/>
              </a:rPr>
              <a:t>يبقى: متطلبات العمل المعتمدة، والمواصفات التقنية، وقواعد التوجيه والتصعيد، ومعايير القبول. تُبنى على أي منصة أخرى.</a:t>
            </a:r>
            <a:endParaRPr lang="en-US" sz="1300" dirty="0"/>
          </a:p>
        </p:txBody>
      </p:sp>
      <p:sp>
        <p:nvSpPr>
          <p:cNvPr id="13" name="Shape 11"/>
          <p:cNvSpPr/>
          <p:nvPr/>
        </p:nvSpPr>
        <p:spPr>
          <a:xfrm>
            <a:off x="6172200" y="3182621"/>
            <a:ext cx="5207000" cy="1206500"/>
          </a:xfrm>
          <a:prstGeom prst="roundRect">
            <a:avLst>
              <a:gd name="adj" fmla="val 8421"/>
            </a:avLst>
          </a:prstGeom>
          <a:solidFill>
            <a:srgbClr val="120C6E"/>
          </a:solidFill>
          <a:ln/>
        </p:spPr>
        <p:txBody>
          <a:bodyPr/>
          <a:lstStyle/>
          <a:p>
            <a:pPr algn="r" rtl="1"/>
            <a:endParaRPr lang="en-US"/>
          </a:p>
        </p:txBody>
      </p:sp>
      <p:sp>
        <p:nvSpPr>
          <p:cNvPr id="14" name="Text 12"/>
          <p:cNvSpPr/>
          <p:nvPr/>
        </p:nvSpPr>
        <p:spPr>
          <a:xfrm>
            <a:off x="6231382" y="3385821"/>
            <a:ext cx="4944618" cy="254000"/>
          </a:xfrm>
          <a:prstGeom prst="rect">
            <a:avLst/>
          </a:prstGeom>
          <a:noFill/>
          <a:ln/>
        </p:spPr>
        <p:txBody>
          <a:bodyPr wrap="square" lIns="0" tIns="0" rIns="0" bIns="0" rtlCol="0" anchor="t">
            <a:normAutofit/>
          </a:bodyPr>
          <a:lstStyle/>
          <a:p>
            <a:pPr marL="0" indent="0" algn="r" rtl="1">
              <a:lnSpc>
                <a:spcPts val="1800"/>
              </a:lnSpc>
              <a:buNone/>
            </a:pPr>
            <a:r>
              <a:rPr lang="en-US" sz="1500" b="1" dirty="0">
                <a:solidFill>
                  <a:srgbClr val="B8A4FF"/>
                </a:solidFill>
                <a:latin typeface="IBM Plex Sans Arabic" pitchFamily="34" charset="0"/>
                <a:ea typeface="IBM Plex Sans Arabic" pitchFamily="34" charset="-122"/>
                <a:cs typeface="IBM Plex Sans Arabic" pitchFamily="34" charset="-120"/>
              </a:rPr>
              <a:t>هل تسمح بها سياسة الجهة؟</a:t>
            </a:r>
            <a:endParaRPr lang="en-US" sz="1500" dirty="0"/>
          </a:p>
        </p:txBody>
      </p:sp>
      <p:sp>
        <p:nvSpPr>
          <p:cNvPr id="15" name="Text 13"/>
          <p:cNvSpPr/>
          <p:nvPr/>
        </p:nvSpPr>
        <p:spPr>
          <a:xfrm>
            <a:off x="6231382" y="3690621"/>
            <a:ext cx="4944618" cy="520700"/>
          </a:xfrm>
          <a:prstGeom prst="rect">
            <a:avLst/>
          </a:prstGeom>
          <a:noFill/>
          <a:ln/>
        </p:spPr>
        <p:txBody>
          <a:bodyPr wrap="square" lIns="0" tIns="0" rIns="0" bIns="0" rtlCol="0" anchor="t">
            <a:normAutofit/>
          </a:bodyPr>
          <a:lstStyle/>
          <a:p>
            <a:pPr marL="0" indent="0" algn="r" rtl="1">
              <a:lnSpc>
                <a:spcPts val="1950"/>
              </a:lnSpc>
              <a:buNone/>
            </a:pPr>
            <a:r>
              <a:rPr lang="en-US" sz="1300" dirty="0">
                <a:solidFill>
                  <a:srgbClr val="F3F0FF"/>
                </a:solidFill>
                <a:latin typeface="IBM Plex Sans Arabic" pitchFamily="34" charset="0"/>
                <a:ea typeface="IBM Plex Sans Arabic" pitchFamily="34" charset="-122"/>
                <a:cs typeface="IBM Plex Sans Arabic" pitchFamily="34" charset="-120"/>
              </a:rPr>
              <a:t>البيانات الاصطناعية ليست بيانات شخصية. أي بيانات حقيقية تحتاج موافقة الأمن السيبراني واستضافة معتمدة قبل التشغيل. [يُؤكَّد مع إدارة الأمن السيبراني]</a:t>
            </a:r>
            <a:endParaRPr lang="en-US" sz="1300" dirty="0"/>
          </a:p>
        </p:txBody>
      </p:sp>
      <p:sp>
        <p:nvSpPr>
          <p:cNvPr id="16" name="Text 14"/>
          <p:cNvSpPr/>
          <p:nvPr/>
        </p:nvSpPr>
        <p:spPr>
          <a:xfrm>
            <a:off x="731869" y="6238242"/>
            <a:ext cx="485585" cy="238760"/>
          </a:xfrm>
          <a:prstGeom prst="rect">
            <a:avLst/>
          </a:prstGeom>
          <a:noFill/>
          <a:ln/>
        </p:spPr>
        <p:txBody>
          <a:bodyPr wrap="square" lIns="0" tIns="0" rIns="0" bIns="0" rtlCol="0" anchor="t">
            <a:normAutofit/>
          </a:bodyPr>
          <a:lstStyle/>
          <a:p>
            <a:pPr marL="0" indent="0" algn="r" rtl="1">
              <a:lnSpc>
                <a:spcPts val="1680"/>
              </a:lnSpc>
              <a:buNone/>
            </a:pPr>
            <a:r>
              <a:rPr lang="en-US" sz="1200" dirty="0">
                <a:solidFill>
                  <a:srgbClr val="8F88C9"/>
                </a:solidFill>
                <a:latin typeface="IBM Plex Sans Arabic" pitchFamily="34" charset="0"/>
                <a:ea typeface="IBM Plex Sans Arabic" pitchFamily="34" charset="-122"/>
                <a:cs typeface="IBM Plex Sans Arabic" pitchFamily="34" charset="-120"/>
              </a:rPr>
              <a:t>9 / 10</a:t>
            </a:r>
            <a:endParaRPr lang="en-US" sz="1200" dirty="0"/>
          </a:p>
        </p:txBody>
      </p:sp>
      <p:sp>
        <p:nvSpPr>
          <p:cNvPr id="17" name="Text 15"/>
          <p:cNvSpPr/>
          <p:nvPr/>
        </p:nvSpPr>
        <p:spPr>
          <a:xfrm>
            <a:off x="9184164" y="6238242"/>
            <a:ext cx="2195036" cy="238760"/>
          </a:xfrm>
          <a:prstGeom prst="rect">
            <a:avLst/>
          </a:prstGeom>
          <a:noFill/>
          <a:ln/>
        </p:spPr>
        <p:txBody>
          <a:bodyPr wrap="square" lIns="0" tIns="0" rIns="0" bIns="0" rtlCol="0" anchor="t">
            <a:normAutofit/>
          </a:bodyPr>
          <a:lstStyle/>
          <a:p>
            <a:pPr marL="0" indent="0" algn="r" rtl="1">
              <a:lnSpc>
                <a:spcPts val="1680"/>
              </a:lnSpc>
              <a:buNone/>
            </a:pPr>
            <a:r>
              <a:rPr lang="en-US" sz="1200" dirty="0">
                <a:solidFill>
                  <a:srgbClr val="8F88C9"/>
                </a:solidFill>
                <a:latin typeface="IBM Plex Sans Arabic" pitchFamily="34" charset="0"/>
                <a:ea typeface="IBM Plex Sans Arabic" pitchFamily="34" charset="-122"/>
                <a:cs typeface="IBM Plex Sans Arabic" pitchFamily="34" charset="-120"/>
              </a:rPr>
              <a:t>EventOps AI · لجنة البروتوكول</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95808" y="812800"/>
            <a:ext cx="10883392" cy="238760"/>
          </a:xfrm>
          <a:prstGeom prst="rect">
            <a:avLst/>
          </a:prstGeom>
          <a:noFill/>
          <a:ln/>
        </p:spPr>
        <p:txBody>
          <a:bodyPr wrap="square" lIns="0" tIns="0" rIns="0" bIns="0" rtlCol="0" anchor="t">
            <a:normAutofit/>
          </a:bodyPr>
          <a:lstStyle/>
          <a:p>
            <a:pPr marL="0" indent="0" algn="r" rtl="1">
              <a:lnSpc>
                <a:spcPts val="1680"/>
              </a:lnSpc>
              <a:buNone/>
            </a:pPr>
            <a:r>
              <a:rPr lang="en-US" sz="1200" dirty="0">
                <a:solidFill>
                  <a:srgbClr val="B8A4FF"/>
                </a:solidFill>
                <a:latin typeface="IBM Plex Sans Arabic" pitchFamily="34" charset="0"/>
                <a:ea typeface="IBM Plex Sans Arabic" pitchFamily="34" charset="-122"/>
                <a:cs typeface="IBM Plex Sans Arabic" pitchFamily="34" charset="-120"/>
              </a:rPr>
              <a:t>الخطة</a:t>
            </a:r>
            <a:endParaRPr lang="en-US" sz="1200" dirty="0"/>
          </a:p>
        </p:txBody>
      </p:sp>
      <p:sp>
        <p:nvSpPr>
          <p:cNvPr id="3" name="Text 1"/>
          <p:cNvSpPr>
            <a:spLocks noGrp="1"/>
          </p:cNvSpPr>
          <p:nvPr>
            <p:ph type="title"/>
          </p:nvPr>
        </p:nvSpPr>
        <p:spPr>
          <a:xfrm>
            <a:off x="495808" y="1102364"/>
            <a:ext cx="10883392" cy="492760"/>
          </a:xfrm>
          <a:prstGeom prst="rect">
            <a:avLst/>
          </a:prstGeom>
          <a:noFill/>
          <a:ln/>
        </p:spPr>
        <p:txBody>
          <a:bodyPr wrap="square" lIns="0" tIns="0" rIns="0" bIns="0" rtlCol="0" anchor="t">
            <a:normAutofit/>
          </a:bodyPr>
          <a:lstStyle/>
          <a:p>
            <a:pPr marL="0" indent="0" algn="r" rtl="1">
              <a:lnSpc>
                <a:spcPts val="3680"/>
              </a:lnSpc>
              <a:buNone/>
            </a:pPr>
            <a:r>
              <a:rPr lang="en-US" sz="3200" b="1" i="0" dirty="0">
                <a:solidFill>
                  <a:srgbClr val="F3F0FF"/>
                </a:solidFill>
                <a:latin typeface="IBM Plex Sans Arabic" pitchFamily="34" charset="0"/>
                <a:ea typeface="IBM Plex Sans Arabic" pitchFamily="34" charset="-122"/>
                <a:cs typeface="IBM Plex Sans Arabic" pitchFamily="34" charset="-120"/>
              </a:rPr>
              <a:t>30 يومًا من النموذج إلى قرار مبني على قياس</a:t>
            </a:r>
            <a:endParaRPr lang="en-US" sz="3200" dirty="0"/>
          </a:p>
        </p:txBody>
      </p:sp>
      <p:sp>
        <p:nvSpPr>
          <p:cNvPr id="4" name="Shape 2"/>
          <p:cNvSpPr/>
          <p:nvPr/>
        </p:nvSpPr>
        <p:spPr>
          <a:xfrm>
            <a:off x="812800" y="1887221"/>
            <a:ext cx="2527300" cy="0"/>
          </a:xfrm>
          <a:prstGeom prst="line">
            <a:avLst/>
          </a:prstGeom>
          <a:noFill/>
          <a:ln w="25400">
            <a:solidFill>
              <a:srgbClr val="3DDC97"/>
            </a:solidFill>
            <a:prstDash val="solid"/>
          </a:ln>
        </p:spPr>
        <p:txBody>
          <a:bodyPr/>
          <a:lstStyle/>
          <a:p>
            <a:pPr algn="r" rtl="1"/>
            <a:endParaRPr lang="en-US"/>
          </a:p>
        </p:txBody>
      </p:sp>
      <p:sp>
        <p:nvSpPr>
          <p:cNvPr id="5" name="Text 3"/>
          <p:cNvSpPr/>
          <p:nvPr/>
        </p:nvSpPr>
        <p:spPr>
          <a:xfrm>
            <a:off x="736981" y="2052321"/>
            <a:ext cx="2603119" cy="238760"/>
          </a:xfrm>
          <a:prstGeom prst="rect">
            <a:avLst/>
          </a:prstGeom>
          <a:noFill/>
          <a:ln/>
        </p:spPr>
        <p:txBody>
          <a:bodyPr wrap="square" lIns="0" tIns="0" rIns="0" bIns="0" rtlCol="0" anchor="t">
            <a:normAutofit/>
          </a:bodyPr>
          <a:lstStyle/>
          <a:p>
            <a:pPr marL="0" indent="0" algn="r" rtl="1">
              <a:lnSpc>
                <a:spcPts val="1680"/>
              </a:lnSpc>
              <a:buNone/>
            </a:pPr>
            <a:r>
              <a:rPr lang="en-US" sz="1200" b="1" dirty="0">
                <a:solidFill>
                  <a:srgbClr val="3DDC97"/>
                </a:solidFill>
                <a:latin typeface="IBM Plex Sans Arabic" pitchFamily="34" charset="0"/>
                <a:ea typeface="IBM Plex Sans Arabic" pitchFamily="34" charset="-122"/>
                <a:cs typeface="IBM Plex Sans Arabic" pitchFamily="34" charset="-120"/>
              </a:rPr>
              <a:t>الأسبوع 4</a:t>
            </a:r>
            <a:endParaRPr lang="en-US" sz="1200" dirty="0"/>
          </a:p>
        </p:txBody>
      </p:sp>
      <p:sp>
        <p:nvSpPr>
          <p:cNvPr id="6" name="Text 4"/>
          <p:cNvSpPr/>
          <p:nvPr/>
        </p:nvSpPr>
        <p:spPr>
          <a:xfrm>
            <a:off x="736981" y="2341879"/>
            <a:ext cx="2603119" cy="299720"/>
          </a:xfrm>
          <a:prstGeom prst="rect">
            <a:avLst/>
          </a:prstGeom>
          <a:noFill/>
          <a:ln/>
        </p:spPr>
        <p:txBody>
          <a:bodyPr wrap="square" lIns="0" tIns="0" rIns="0" bIns="0" rtlCol="0" anchor="t">
            <a:normAutofit/>
          </a:bodyPr>
          <a:lstStyle/>
          <a:p>
            <a:pPr marL="0" indent="0" algn="r" rtl="1">
              <a:lnSpc>
                <a:spcPts val="2160"/>
              </a:lnSpc>
              <a:buNone/>
            </a:pPr>
            <a:r>
              <a:rPr lang="en-US" sz="1800" b="1" dirty="0">
                <a:solidFill>
                  <a:srgbClr val="F3F0FF"/>
                </a:solidFill>
                <a:latin typeface="IBM Plex Sans Arabic" pitchFamily="34" charset="0"/>
                <a:ea typeface="IBM Plex Sans Arabic" pitchFamily="34" charset="-122"/>
                <a:cs typeface="IBM Plex Sans Arabic" pitchFamily="34" charset="-120"/>
              </a:rPr>
              <a:t>القرار</a:t>
            </a:r>
            <a:endParaRPr lang="en-US" sz="1800" dirty="0"/>
          </a:p>
        </p:txBody>
      </p:sp>
      <p:sp>
        <p:nvSpPr>
          <p:cNvPr id="7" name="Text 5"/>
          <p:cNvSpPr/>
          <p:nvPr/>
        </p:nvSpPr>
        <p:spPr>
          <a:xfrm>
            <a:off x="736981" y="2692400"/>
            <a:ext cx="2603119" cy="520700"/>
          </a:xfrm>
          <a:prstGeom prst="rect">
            <a:avLst/>
          </a:prstGeom>
          <a:noFill/>
          <a:ln/>
        </p:spPr>
        <p:txBody>
          <a:bodyPr wrap="square" lIns="0" tIns="0" rIns="0" bIns="0" rtlCol="0" anchor="t">
            <a:normAutofit/>
          </a:bodyPr>
          <a:lstStyle/>
          <a:p>
            <a:pPr marL="0" indent="0" algn="r" rtl="1">
              <a:lnSpc>
                <a:spcPts val="1950"/>
              </a:lnSpc>
              <a:buNone/>
            </a:pPr>
            <a:r>
              <a:rPr lang="en-US" sz="1300" dirty="0">
                <a:solidFill>
                  <a:srgbClr val="C9C2F2"/>
                </a:solidFill>
                <a:latin typeface="IBM Plex Sans Arabic" pitchFamily="34" charset="0"/>
                <a:ea typeface="IBM Plex Sans Arabic" pitchFamily="34" charset="-122"/>
                <a:cs typeface="IBM Plex Sans Arabic" pitchFamily="34" charset="-120"/>
              </a:rPr>
              <a:t>عرض النتائج، وقرار المزامنة بين الأجهزة، وموافقة الأمن السيبراني</a:t>
            </a:r>
            <a:endParaRPr lang="en-US" sz="1300" dirty="0"/>
          </a:p>
        </p:txBody>
      </p:sp>
      <p:sp>
        <p:nvSpPr>
          <p:cNvPr id="8" name="Shape 6"/>
          <p:cNvSpPr/>
          <p:nvPr/>
        </p:nvSpPr>
        <p:spPr>
          <a:xfrm>
            <a:off x="3492500" y="1887221"/>
            <a:ext cx="2527300" cy="0"/>
          </a:xfrm>
          <a:prstGeom prst="line">
            <a:avLst/>
          </a:prstGeom>
          <a:noFill/>
          <a:ln w="25400">
            <a:solidFill>
              <a:srgbClr val="6B3BFF"/>
            </a:solidFill>
            <a:prstDash val="solid"/>
          </a:ln>
        </p:spPr>
        <p:txBody>
          <a:bodyPr/>
          <a:lstStyle/>
          <a:p>
            <a:pPr algn="r" rtl="1"/>
            <a:endParaRPr lang="en-US"/>
          </a:p>
        </p:txBody>
      </p:sp>
      <p:sp>
        <p:nvSpPr>
          <p:cNvPr id="9" name="Text 7"/>
          <p:cNvSpPr/>
          <p:nvPr/>
        </p:nvSpPr>
        <p:spPr>
          <a:xfrm>
            <a:off x="3416681" y="2052321"/>
            <a:ext cx="2603119" cy="238760"/>
          </a:xfrm>
          <a:prstGeom prst="rect">
            <a:avLst/>
          </a:prstGeom>
          <a:noFill/>
          <a:ln/>
        </p:spPr>
        <p:txBody>
          <a:bodyPr wrap="square" lIns="0" tIns="0" rIns="0" bIns="0" rtlCol="0" anchor="t">
            <a:normAutofit/>
          </a:bodyPr>
          <a:lstStyle/>
          <a:p>
            <a:pPr marL="0" indent="0" algn="r" rtl="1">
              <a:lnSpc>
                <a:spcPts val="1680"/>
              </a:lnSpc>
              <a:buNone/>
            </a:pPr>
            <a:r>
              <a:rPr lang="en-US" sz="1200" b="1" dirty="0">
                <a:solidFill>
                  <a:srgbClr val="B8A4FF"/>
                </a:solidFill>
                <a:latin typeface="IBM Plex Sans Arabic" pitchFamily="34" charset="0"/>
                <a:ea typeface="IBM Plex Sans Arabic" pitchFamily="34" charset="-122"/>
                <a:cs typeface="IBM Plex Sans Arabic" pitchFamily="34" charset="-120"/>
              </a:rPr>
              <a:t>الأسبوع 3</a:t>
            </a:r>
            <a:endParaRPr lang="en-US" sz="1200" dirty="0"/>
          </a:p>
        </p:txBody>
      </p:sp>
      <p:sp>
        <p:nvSpPr>
          <p:cNvPr id="10" name="Text 8"/>
          <p:cNvSpPr/>
          <p:nvPr/>
        </p:nvSpPr>
        <p:spPr>
          <a:xfrm>
            <a:off x="3416681" y="2341879"/>
            <a:ext cx="2603119" cy="299720"/>
          </a:xfrm>
          <a:prstGeom prst="rect">
            <a:avLst/>
          </a:prstGeom>
          <a:noFill/>
          <a:ln/>
        </p:spPr>
        <p:txBody>
          <a:bodyPr wrap="square" lIns="0" tIns="0" rIns="0" bIns="0" rtlCol="0" anchor="t">
            <a:normAutofit/>
          </a:bodyPr>
          <a:lstStyle/>
          <a:p>
            <a:pPr marL="0" indent="0" algn="r" rtl="1">
              <a:lnSpc>
                <a:spcPts val="2160"/>
              </a:lnSpc>
              <a:buNone/>
            </a:pPr>
            <a:r>
              <a:rPr lang="en-US" sz="1800" b="1" dirty="0">
                <a:solidFill>
                  <a:srgbClr val="F3F0FF"/>
                </a:solidFill>
                <a:latin typeface="IBM Plex Sans Arabic" pitchFamily="34" charset="0"/>
                <a:ea typeface="IBM Plex Sans Arabic" pitchFamily="34" charset="-122"/>
                <a:cs typeface="IBM Plex Sans Arabic" pitchFamily="34" charset="-120"/>
              </a:rPr>
              <a:t>القياس</a:t>
            </a:r>
            <a:endParaRPr lang="en-US" sz="1800" dirty="0"/>
          </a:p>
        </p:txBody>
      </p:sp>
      <p:sp>
        <p:nvSpPr>
          <p:cNvPr id="11" name="Text 9"/>
          <p:cNvSpPr/>
          <p:nvPr/>
        </p:nvSpPr>
        <p:spPr>
          <a:xfrm>
            <a:off x="3416681" y="2692400"/>
            <a:ext cx="2603119" cy="520700"/>
          </a:xfrm>
          <a:prstGeom prst="rect">
            <a:avLst/>
          </a:prstGeom>
          <a:noFill/>
          <a:ln/>
        </p:spPr>
        <p:txBody>
          <a:bodyPr wrap="square" lIns="0" tIns="0" rIns="0" bIns="0" rtlCol="0" anchor="t">
            <a:normAutofit/>
          </a:bodyPr>
          <a:lstStyle/>
          <a:p>
            <a:pPr marL="0" indent="0" algn="r" rtl="1">
              <a:lnSpc>
                <a:spcPts val="1950"/>
              </a:lnSpc>
              <a:buNone/>
            </a:pPr>
            <a:r>
              <a:rPr lang="en-US" sz="1300" dirty="0">
                <a:solidFill>
                  <a:srgbClr val="C9C2F2"/>
                </a:solidFill>
                <a:latin typeface="IBM Plex Sans Arabic" pitchFamily="34" charset="0"/>
                <a:ea typeface="IBM Plex Sans Arabic" pitchFamily="34" charset="-122"/>
                <a:cs typeface="IBM Plex Sans Arabic" pitchFamily="34" charset="-120"/>
              </a:rPr>
              <a:t>10 رحلات «قبل» و10 «بعد» بمؤقت، لتأكيد 20 و12 دقيقة أو تصحيحهما</a:t>
            </a:r>
            <a:endParaRPr lang="en-US" sz="1300" dirty="0"/>
          </a:p>
        </p:txBody>
      </p:sp>
      <p:sp>
        <p:nvSpPr>
          <p:cNvPr id="12" name="Shape 10"/>
          <p:cNvSpPr/>
          <p:nvPr/>
        </p:nvSpPr>
        <p:spPr>
          <a:xfrm>
            <a:off x="6172200" y="1887221"/>
            <a:ext cx="2527300" cy="0"/>
          </a:xfrm>
          <a:prstGeom prst="line">
            <a:avLst/>
          </a:prstGeom>
          <a:noFill/>
          <a:ln w="25400">
            <a:solidFill>
              <a:srgbClr val="6B3BFF"/>
            </a:solidFill>
            <a:prstDash val="solid"/>
          </a:ln>
        </p:spPr>
        <p:txBody>
          <a:bodyPr/>
          <a:lstStyle/>
          <a:p>
            <a:pPr algn="r" rtl="1"/>
            <a:endParaRPr lang="en-US"/>
          </a:p>
        </p:txBody>
      </p:sp>
      <p:sp>
        <p:nvSpPr>
          <p:cNvPr id="13" name="Text 11"/>
          <p:cNvSpPr/>
          <p:nvPr/>
        </p:nvSpPr>
        <p:spPr>
          <a:xfrm>
            <a:off x="6096381" y="2052321"/>
            <a:ext cx="2603119" cy="238760"/>
          </a:xfrm>
          <a:prstGeom prst="rect">
            <a:avLst/>
          </a:prstGeom>
          <a:noFill/>
          <a:ln/>
        </p:spPr>
        <p:txBody>
          <a:bodyPr wrap="square" lIns="0" tIns="0" rIns="0" bIns="0" rtlCol="0" anchor="t">
            <a:normAutofit/>
          </a:bodyPr>
          <a:lstStyle/>
          <a:p>
            <a:pPr marL="0" indent="0" algn="r" rtl="1">
              <a:lnSpc>
                <a:spcPts val="1680"/>
              </a:lnSpc>
              <a:buNone/>
            </a:pPr>
            <a:r>
              <a:rPr lang="en-US" sz="1200" b="1" dirty="0">
                <a:solidFill>
                  <a:srgbClr val="B8A4FF"/>
                </a:solidFill>
                <a:latin typeface="IBM Plex Sans Arabic" pitchFamily="34" charset="0"/>
                <a:ea typeface="IBM Plex Sans Arabic" pitchFamily="34" charset="-122"/>
                <a:cs typeface="IBM Plex Sans Arabic" pitchFamily="34" charset="-120"/>
              </a:rPr>
              <a:t>الأسبوع 2</a:t>
            </a:r>
            <a:endParaRPr lang="en-US" sz="1200" dirty="0"/>
          </a:p>
        </p:txBody>
      </p:sp>
      <p:sp>
        <p:nvSpPr>
          <p:cNvPr id="14" name="Text 12"/>
          <p:cNvSpPr/>
          <p:nvPr/>
        </p:nvSpPr>
        <p:spPr>
          <a:xfrm>
            <a:off x="6096381" y="2341879"/>
            <a:ext cx="2603119" cy="299720"/>
          </a:xfrm>
          <a:prstGeom prst="rect">
            <a:avLst/>
          </a:prstGeom>
          <a:noFill/>
          <a:ln/>
        </p:spPr>
        <p:txBody>
          <a:bodyPr wrap="square" lIns="0" tIns="0" rIns="0" bIns="0" rtlCol="0" anchor="t">
            <a:normAutofit/>
          </a:bodyPr>
          <a:lstStyle/>
          <a:p>
            <a:pPr marL="0" indent="0" algn="r" rtl="1">
              <a:lnSpc>
                <a:spcPts val="2160"/>
              </a:lnSpc>
              <a:buNone/>
            </a:pPr>
            <a:r>
              <a:rPr lang="en-US" sz="1800" b="1" dirty="0">
                <a:solidFill>
                  <a:srgbClr val="F3F0FF"/>
                </a:solidFill>
                <a:latin typeface="IBM Plex Sans Arabic" pitchFamily="34" charset="0"/>
                <a:ea typeface="IBM Plex Sans Arabic" pitchFamily="34" charset="-122"/>
                <a:cs typeface="IBM Plex Sans Arabic" pitchFamily="34" charset="-120"/>
              </a:rPr>
              <a:t>التشغيل التجريبي</a:t>
            </a:r>
            <a:endParaRPr lang="en-US" sz="1800" dirty="0"/>
          </a:p>
        </p:txBody>
      </p:sp>
      <p:sp>
        <p:nvSpPr>
          <p:cNvPr id="15" name="Text 13"/>
          <p:cNvSpPr/>
          <p:nvPr/>
        </p:nvSpPr>
        <p:spPr>
          <a:xfrm>
            <a:off x="6096381" y="2692400"/>
            <a:ext cx="2603119" cy="520700"/>
          </a:xfrm>
          <a:prstGeom prst="rect">
            <a:avLst/>
          </a:prstGeom>
          <a:noFill/>
          <a:ln/>
        </p:spPr>
        <p:txBody>
          <a:bodyPr wrap="square" lIns="0" tIns="0" rIns="0" bIns="0" rtlCol="0" anchor="t">
            <a:normAutofit/>
          </a:bodyPr>
          <a:lstStyle/>
          <a:p>
            <a:pPr marL="0" indent="0" algn="r" rtl="1">
              <a:lnSpc>
                <a:spcPts val="1950"/>
              </a:lnSpc>
              <a:buNone/>
            </a:pPr>
            <a:r>
              <a:rPr lang="en-US" sz="1300" dirty="0">
                <a:solidFill>
                  <a:srgbClr val="C9C2F2"/>
                </a:solidFill>
                <a:latin typeface="IBM Plex Sans Arabic" pitchFamily="34" charset="0"/>
                <a:ea typeface="IBM Plex Sans Arabic" pitchFamily="34" charset="-122"/>
                <a:cs typeface="IBM Plex Sans Arabic" pitchFamily="34" charset="-120"/>
              </a:rPr>
              <a:t>نشر مجاني على Cloudflare Pages، وتجربة داخلية مع مسار واحد</a:t>
            </a:r>
            <a:endParaRPr lang="en-US" sz="1300" dirty="0"/>
          </a:p>
        </p:txBody>
      </p:sp>
      <p:sp>
        <p:nvSpPr>
          <p:cNvPr id="16" name="Shape 14"/>
          <p:cNvSpPr/>
          <p:nvPr/>
        </p:nvSpPr>
        <p:spPr>
          <a:xfrm>
            <a:off x="8851900" y="1887221"/>
            <a:ext cx="2527300" cy="0"/>
          </a:xfrm>
          <a:prstGeom prst="line">
            <a:avLst/>
          </a:prstGeom>
          <a:noFill/>
          <a:ln w="25400">
            <a:solidFill>
              <a:srgbClr val="6B3BFF"/>
            </a:solidFill>
            <a:prstDash val="solid"/>
          </a:ln>
        </p:spPr>
        <p:txBody>
          <a:bodyPr/>
          <a:lstStyle/>
          <a:p>
            <a:pPr algn="r" rtl="1"/>
            <a:endParaRPr lang="en-US"/>
          </a:p>
        </p:txBody>
      </p:sp>
      <p:sp>
        <p:nvSpPr>
          <p:cNvPr id="17" name="Text 15"/>
          <p:cNvSpPr/>
          <p:nvPr/>
        </p:nvSpPr>
        <p:spPr>
          <a:xfrm>
            <a:off x="8776081" y="2052321"/>
            <a:ext cx="2603119" cy="238760"/>
          </a:xfrm>
          <a:prstGeom prst="rect">
            <a:avLst/>
          </a:prstGeom>
          <a:noFill/>
          <a:ln/>
        </p:spPr>
        <p:txBody>
          <a:bodyPr wrap="square" lIns="0" tIns="0" rIns="0" bIns="0" rtlCol="0" anchor="t">
            <a:normAutofit/>
          </a:bodyPr>
          <a:lstStyle/>
          <a:p>
            <a:pPr marL="0" indent="0" algn="r" rtl="1">
              <a:lnSpc>
                <a:spcPts val="1680"/>
              </a:lnSpc>
              <a:buNone/>
            </a:pPr>
            <a:r>
              <a:rPr lang="en-US" sz="1200" b="1" dirty="0">
                <a:solidFill>
                  <a:srgbClr val="B8A4FF"/>
                </a:solidFill>
                <a:latin typeface="IBM Plex Sans Arabic" pitchFamily="34" charset="0"/>
                <a:ea typeface="IBM Plex Sans Arabic" pitchFamily="34" charset="-122"/>
                <a:cs typeface="IBM Plex Sans Arabic" pitchFamily="34" charset="-120"/>
              </a:rPr>
              <a:t>الأسبوع 1</a:t>
            </a:r>
            <a:endParaRPr lang="en-US" sz="1200" dirty="0"/>
          </a:p>
        </p:txBody>
      </p:sp>
      <p:sp>
        <p:nvSpPr>
          <p:cNvPr id="18" name="Text 16"/>
          <p:cNvSpPr/>
          <p:nvPr/>
        </p:nvSpPr>
        <p:spPr>
          <a:xfrm>
            <a:off x="8776081" y="2341879"/>
            <a:ext cx="2603119" cy="299720"/>
          </a:xfrm>
          <a:prstGeom prst="rect">
            <a:avLst/>
          </a:prstGeom>
          <a:noFill/>
          <a:ln/>
        </p:spPr>
        <p:txBody>
          <a:bodyPr wrap="square" lIns="0" tIns="0" rIns="0" bIns="0" rtlCol="0" anchor="t">
            <a:normAutofit/>
          </a:bodyPr>
          <a:lstStyle/>
          <a:p>
            <a:pPr marL="0" indent="0" algn="r" rtl="1">
              <a:lnSpc>
                <a:spcPts val="2160"/>
              </a:lnSpc>
              <a:buNone/>
            </a:pPr>
            <a:r>
              <a:rPr lang="en-US" sz="1800" b="1" dirty="0">
                <a:solidFill>
                  <a:srgbClr val="F3F0FF"/>
                </a:solidFill>
                <a:latin typeface="IBM Plex Sans Arabic" pitchFamily="34" charset="0"/>
                <a:ea typeface="IBM Plex Sans Arabic" pitchFamily="34" charset="-122"/>
                <a:cs typeface="IBM Plex Sans Arabic" pitchFamily="34" charset="-120"/>
              </a:rPr>
              <a:t>البناء</a:t>
            </a:r>
            <a:endParaRPr lang="en-US" sz="1800" dirty="0"/>
          </a:p>
        </p:txBody>
      </p:sp>
      <p:sp>
        <p:nvSpPr>
          <p:cNvPr id="19" name="Text 17"/>
          <p:cNvSpPr/>
          <p:nvPr/>
        </p:nvSpPr>
        <p:spPr>
          <a:xfrm>
            <a:off x="8776081" y="2692400"/>
            <a:ext cx="2603119" cy="520700"/>
          </a:xfrm>
          <a:prstGeom prst="rect">
            <a:avLst/>
          </a:prstGeom>
          <a:noFill/>
          <a:ln/>
        </p:spPr>
        <p:txBody>
          <a:bodyPr wrap="square" lIns="0" tIns="0" rIns="0" bIns="0" rtlCol="0" anchor="t">
            <a:normAutofit/>
          </a:bodyPr>
          <a:lstStyle/>
          <a:p>
            <a:pPr marL="0" indent="0" algn="r" rtl="1">
              <a:lnSpc>
                <a:spcPts val="1950"/>
              </a:lnSpc>
              <a:buNone/>
            </a:pPr>
            <a:r>
              <a:rPr lang="en-US" sz="1300" dirty="0">
                <a:solidFill>
                  <a:srgbClr val="C9C2F2"/>
                </a:solidFill>
                <a:latin typeface="IBM Plex Sans Arabic" pitchFamily="34" charset="0"/>
                <a:ea typeface="IBM Plex Sans Arabic" pitchFamily="34" charset="-122"/>
                <a:cs typeface="IBM Plex Sans Arabic" pitchFamily="34" charset="-120"/>
              </a:rPr>
              <a:t>النسخة الفعلية من المواصفات، مع اختبارات آلية لكل قاعدة</a:t>
            </a:r>
            <a:endParaRPr lang="en-US" sz="1300" dirty="0"/>
          </a:p>
        </p:txBody>
      </p:sp>
      <p:sp>
        <p:nvSpPr>
          <p:cNvPr id="20" name="Shape 18"/>
          <p:cNvSpPr/>
          <p:nvPr/>
        </p:nvSpPr>
        <p:spPr>
          <a:xfrm>
            <a:off x="815975" y="3495675"/>
            <a:ext cx="10560050" cy="694690"/>
          </a:xfrm>
          <a:prstGeom prst="roundRect">
            <a:avLst>
              <a:gd name="adj" fmla="val 14168"/>
            </a:avLst>
          </a:prstGeom>
          <a:solidFill>
            <a:srgbClr val="2A14E0"/>
          </a:solidFill>
          <a:ln w="6350">
            <a:solidFill>
              <a:srgbClr val="E4DBFF"/>
            </a:solidFill>
            <a:prstDash val="solid"/>
          </a:ln>
          <a:effectLst>
            <a:outerShdw blurRad="177800" dir="60000" algn="bl" rotWithShape="0">
              <a:srgbClr val="6B3BFF">
                <a:alpha val="45000"/>
              </a:srgbClr>
            </a:outerShdw>
          </a:effectLst>
        </p:spPr>
        <p:txBody>
          <a:bodyPr/>
          <a:lstStyle/>
          <a:p>
            <a:pPr algn="r" rtl="1"/>
            <a:endParaRPr lang="en-US"/>
          </a:p>
        </p:txBody>
      </p:sp>
      <p:sp>
        <p:nvSpPr>
          <p:cNvPr id="21" name="Text 19"/>
          <p:cNvSpPr/>
          <p:nvPr/>
        </p:nvSpPr>
        <p:spPr>
          <a:xfrm>
            <a:off x="804547" y="3700779"/>
            <a:ext cx="9178448" cy="309880"/>
          </a:xfrm>
          <a:prstGeom prst="rect">
            <a:avLst/>
          </a:prstGeom>
          <a:noFill/>
          <a:ln/>
        </p:spPr>
        <p:txBody>
          <a:bodyPr wrap="square" lIns="0" tIns="0" rIns="0" bIns="0" rtlCol="0" anchor="t">
            <a:normAutofit/>
          </a:bodyPr>
          <a:lstStyle/>
          <a:p>
            <a:pPr marL="0" indent="0" algn="r" rtl="1">
              <a:lnSpc>
                <a:spcPts val="2240"/>
              </a:lnSpc>
              <a:buNone/>
            </a:pPr>
            <a:r>
              <a:rPr lang="en-US" sz="1600" b="1" dirty="0">
                <a:solidFill>
                  <a:srgbClr val="F3F0FF"/>
                </a:solidFill>
                <a:latin typeface="IBM Plex Sans Arabic" pitchFamily="34" charset="0"/>
                <a:ea typeface="IBM Plex Sans Arabic" pitchFamily="34" charset="-122"/>
                <a:cs typeface="IBM Plex Sans Arabic" pitchFamily="34" charset="-120"/>
              </a:rPr>
              <a:t>[الموافقة على تجربة داخلية لمدة أسبوعين مع مسار واحد]</a:t>
            </a:r>
            <a:endParaRPr lang="en-US" sz="1600" dirty="0"/>
          </a:p>
        </p:txBody>
      </p:sp>
      <p:sp>
        <p:nvSpPr>
          <p:cNvPr id="22" name="Text 20"/>
          <p:cNvSpPr/>
          <p:nvPr/>
        </p:nvSpPr>
        <p:spPr>
          <a:xfrm>
            <a:off x="10084594" y="3718564"/>
            <a:ext cx="1035526" cy="274320"/>
          </a:xfrm>
          <a:prstGeom prst="rect">
            <a:avLst/>
          </a:prstGeom>
          <a:noFill/>
          <a:ln/>
        </p:spPr>
        <p:txBody>
          <a:bodyPr wrap="none" lIns="0" tIns="0" rIns="0" bIns="0" rtlCol="0" anchor="t">
            <a:normAutofit/>
          </a:bodyPr>
          <a:lstStyle/>
          <a:p>
            <a:pPr marL="0" indent="0" algn="r" rtl="1">
              <a:lnSpc>
                <a:spcPts val="1960"/>
              </a:lnSpc>
              <a:buNone/>
            </a:pPr>
            <a:r>
              <a:rPr lang="en-US" sz="1400" dirty="0">
                <a:solidFill>
                  <a:srgbClr val="E4DBFF"/>
                </a:solidFill>
                <a:latin typeface="IBM Plex Sans Arabic" pitchFamily="34" charset="0"/>
                <a:ea typeface="IBM Plex Sans Arabic" pitchFamily="34" charset="-122"/>
                <a:cs typeface="IBM Plex Sans Arabic" pitchFamily="34" charset="-120"/>
              </a:rPr>
              <a:t>المطلوب اليوم</a:t>
            </a:r>
            <a:endParaRPr lang="en-US" sz="1400" dirty="0"/>
          </a:p>
        </p:txBody>
      </p:sp>
      <p:sp>
        <p:nvSpPr>
          <p:cNvPr id="23" name="Text 21"/>
          <p:cNvSpPr/>
          <p:nvPr/>
        </p:nvSpPr>
        <p:spPr>
          <a:xfrm>
            <a:off x="713581" y="6238242"/>
            <a:ext cx="595313" cy="238760"/>
          </a:xfrm>
          <a:prstGeom prst="rect">
            <a:avLst/>
          </a:prstGeom>
          <a:noFill/>
          <a:ln/>
        </p:spPr>
        <p:txBody>
          <a:bodyPr wrap="square" lIns="0" tIns="0" rIns="0" bIns="0" rtlCol="0" anchor="t">
            <a:normAutofit/>
          </a:bodyPr>
          <a:lstStyle/>
          <a:p>
            <a:pPr marL="0" indent="0" algn="r" rtl="1">
              <a:lnSpc>
                <a:spcPts val="1680"/>
              </a:lnSpc>
              <a:buNone/>
            </a:pPr>
            <a:r>
              <a:rPr lang="en-US" sz="1200" dirty="0">
                <a:solidFill>
                  <a:srgbClr val="8F88C9"/>
                </a:solidFill>
                <a:latin typeface="IBM Plex Sans Arabic" pitchFamily="34" charset="0"/>
                <a:ea typeface="IBM Plex Sans Arabic" pitchFamily="34" charset="-122"/>
                <a:cs typeface="IBM Plex Sans Arabic" pitchFamily="34" charset="-120"/>
              </a:rPr>
              <a:t>10 / 10</a:t>
            </a:r>
            <a:endParaRPr lang="en-US" sz="1200" dirty="0"/>
          </a:p>
        </p:txBody>
      </p:sp>
      <p:sp>
        <p:nvSpPr>
          <p:cNvPr id="24" name="Text 22"/>
          <p:cNvSpPr/>
          <p:nvPr/>
        </p:nvSpPr>
        <p:spPr>
          <a:xfrm>
            <a:off x="9184164" y="6238242"/>
            <a:ext cx="2195036" cy="238760"/>
          </a:xfrm>
          <a:prstGeom prst="rect">
            <a:avLst/>
          </a:prstGeom>
          <a:noFill/>
          <a:ln/>
        </p:spPr>
        <p:txBody>
          <a:bodyPr wrap="square" lIns="0" tIns="0" rIns="0" bIns="0" rtlCol="0" anchor="t">
            <a:normAutofit/>
          </a:bodyPr>
          <a:lstStyle/>
          <a:p>
            <a:pPr marL="0" indent="0" algn="r" rtl="1">
              <a:lnSpc>
                <a:spcPts val="1680"/>
              </a:lnSpc>
              <a:buNone/>
            </a:pPr>
            <a:r>
              <a:rPr lang="en-US" sz="1200" dirty="0">
                <a:solidFill>
                  <a:srgbClr val="8F88C9"/>
                </a:solidFill>
                <a:latin typeface="IBM Plex Sans Arabic" pitchFamily="34" charset="0"/>
                <a:ea typeface="IBM Plex Sans Arabic" pitchFamily="34" charset="-122"/>
                <a:cs typeface="IBM Plex Sans Arabic" pitchFamily="34" charset="-120"/>
              </a:rPr>
              <a:t>EventOps AI · لجنة البروتوكول</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550FB9-D320-C84C-8559-FB2F4D16969B}"/>
            </a:ext>
          </a:extLst>
        </p:cNvPr>
        <p:cNvGrpSpPr/>
        <p:nvPr/>
      </p:nvGrpSpPr>
      <p:grpSpPr>
        <a:xfrm>
          <a:off x="0" y="0"/>
          <a:ext cx="0" cy="0"/>
          <a:chOff x="0" y="0"/>
          <a:chExt cx="0" cy="0"/>
        </a:xfrm>
      </p:grpSpPr>
      <p:sp>
        <p:nvSpPr>
          <p:cNvPr id="24" name="Text 22">
            <a:extLst>
              <a:ext uri="{FF2B5EF4-FFF2-40B4-BE49-F238E27FC236}">
                <a16:creationId xmlns:a16="http://schemas.microsoft.com/office/drawing/2014/main" id="{5EAA9CF9-C360-79EC-F36F-809DE48A2059}"/>
              </a:ext>
            </a:extLst>
          </p:cNvPr>
          <p:cNvSpPr/>
          <p:nvPr/>
        </p:nvSpPr>
        <p:spPr>
          <a:xfrm>
            <a:off x="9184164" y="6238242"/>
            <a:ext cx="2195036" cy="238760"/>
          </a:xfrm>
          <a:prstGeom prst="rect">
            <a:avLst/>
          </a:prstGeom>
          <a:noFill/>
          <a:ln/>
        </p:spPr>
        <p:txBody>
          <a:bodyPr wrap="square" lIns="0" tIns="0" rIns="0" bIns="0" rtlCol="0" anchor="t">
            <a:normAutofit/>
          </a:bodyPr>
          <a:lstStyle/>
          <a:p>
            <a:pPr marL="0" indent="0" algn="r" rtl="1">
              <a:lnSpc>
                <a:spcPts val="1680"/>
              </a:lnSpc>
              <a:buNone/>
            </a:pPr>
            <a:r>
              <a:rPr lang="en-US" sz="1200" dirty="0">
                <a:solidFill>
                  <a:srgbClr val="8F88C9"/>
                </a:solidFill>
                <a:latin typeface="IBM Plex Sans Arabic" pitchFamily="34" charset="0"/>
                <a:ea typeface="IBM Plex Sans Arabic" pitchFamily="34" charset="-122"/>
                <a:cs typeface="IBM Plex Sans Arabic" pitchFamily="34" charset="-120"/>
              </a:rPr>
              <a:t>EventOps AI · لجنة البروتوكول</a:t>
            </a:r>
            <a:endParaRPr lang="en-US" sz="1200" dirty="0"/>
          </a:p>
        </p:txBody>
      </p:sp>
      <p:sp>
        <p:nvSpPr>
          <p:cNvPr id="26" name="Title 25">
            <a:extLst>
              <a:ext uri="{FF2B5EF4-FFF2-40B4-BE49-F238E27FC236}">
                <a16:creationId xmlns:a16="http://schemas.microsoft.com/office/drawing/2014/main" id="{E7B5EE2B-2C38-450A-CDB6-53AB001647AE}"/>
              </a:ext>
            </a:extLst>
          </p:cNvPr>
          <p:cNvSpPr>
            <a:spLocks noGrp="1"/>
          </p:cNvSpPr>
          <p:nvPr>
            <p:ph type="title"/>
          </p:nvPr>
        </p:nvSpPr>
        <p:spPr>
          <a:xfrm>
            <a:off x="812800" y="3195320"/>
            <a:ext cx="10566400" cy="467360"/>
          </a:xfrm>
        </p:spPr>
        <p:txBody>
          <a:bodyPr/>
          <a:lstStyle/>
          <a:p>
            <a:pPr algn="ctr"/>
            <a:r>
              <a:rPr lang="en-US" dirty="0"/>
              <a:t>Thank You </a:t>
            </a:r>
          </a:p>
        </p:txBody>
      </p:sp>
    </p:spTree>
    <p:extLst>
      <p:ext uri="{BB962C8B-B14F-4D97-AF65-F5344CB8AC3E}">
        <p14:creationId xmlns:p14="http://schemas.microsoft.com/office/powerpoint/2010/main" val="2418739981"/>
      </p:ext>
    </p:extLst>
  </p:cSld>
  <p:clrMapOvr>
    <a:masterClrMapping/>
  </p:clrMapOvr>
</p:sld>
</file>

<file path=ppt/theme/theme1.xml><?xml version="1.0" encoding="utf-8"?>
<a:theme xmlns:a="http://schemas.openxmlformats.org/drawingml/2006/main" name="EventOps AI — عرض الإدارة">
  <a:themeElements>
    <a:clrScheme name="EventOps AI — عرض الإدارة">
      <a:dk1>
        <a:srgbClr val="0A0638"/>
      </a:dk1>
      <a:lt1>
        <a:srgbClr val="F3F0FF"/>
      </a:lt1>
      <a:dk2>
        <a:srgbClr val="211D4C"/>
      </a:dk2>
      <a:lt2>
        <a:srgbClr val="B9B6CD"/>
      </a:lt2>
      <a:accent1>
        <a:srgbClr val="B8A4FF"/>
      </a:accent1>
      <a:accent2>
        <a:srgbClr val="120C6E"/>
      </a:accent2>
      <a:accent3>
        <a:srgbClr val="C9C2F2"/>
      </a:accent3>
      <a:accent4>
        <a:srgbClr val="8F88C9"/>
      </a:accent4>
      <a:accent5>
        <a:srgbClr val="2A14E0"/>
      </a:accent5>
      <a:accent6>
        <a:srgbClr val="3DDC97"/>
      </a:accent6>
      <a:hlink>
        <a:srgbClr val="0563C1"/>
      </a:hlink>
      <a:folHlink>
        <a:srgbClr val="954F72"/>
      </a:folHlink>
    </a:clrScheme>
    <a:fontScheme name="EventOps AI — عرض الإدارة">
      <a:majorFont>
        <a:latin typeface="IBM Plex Sans Arab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rab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1744</Words>
  <Application>Microsoft Office PowerPoint</Application>
  <PresentationFormat>Widescreen</PresentationFormat>
  <Paragraphs>166</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IBM Plex Sans Arabic</vt:lpstr>
      <vt:lpstr>EventOps AI — عرض الإدارة</vt:lpstr>
      <vt:lpstr>EventOps AI</vt:lpstr>
      <vt:lpstr>الاستقبال اليوم: شخص واحد وأربع قنوات</vt:lpstr>
      <vt:lpstr>قبل: 20 دقيقة حتى يصل المستقبل إلى ضيفه</vt:lpstr>
      <vt:lpstr>ضغطة واحدة من الضيف تصل إلى ثلاثة أشخاص</vt:lpstr>
      <vt:lpstr>رحلة ضيف كاملة، ثم طلب مساعدة</vt:lpstr>
      <vt:lpstr>الرحلة نفسها بلقطات من النموذج</vt:lpstr>
      <vt:lpstr>بعد: 12 دقيقة بدل 20 لكل ضيف</vt:lpstr>
      <vt:lpstr>ثلاث حالات فشل واجهناها في التجربة</vt:lpstr>
      <vt:lpstr>أربعة أسئلة قبل أي اعتماد</vt:lpstr>
      <vt:lpstr>30 يومًا من النموذج إلى قرار مبني على قياس</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EventOps AI — عرض الإدارة</dc:title>
  <dc:subject/>
  <dc:creator/>
  <cp:lastModifiedBy>Saad Alnasser</cp:lastModifiedBy>
  <cp:revision>1</cp:revision>
  <dcterms:created xsi:type="dcterms:W3CDTF">2026-10-22T06:54:36Z</dcterms:created>
  <dcterms:modified xsi:type="dcterms:W3CDTF">2026-10-22T07:00:39Z</dcterms:modified>
</cp:coreProperties>
</file>